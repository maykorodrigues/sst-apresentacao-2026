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87C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SUCESSO DO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SST Card — Bairro da Paz | Maio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C8C8"/>
                </a:solidFill>
              </a:defRPr>
            </a:pPr>
            <a:r>
              <a:t>Apresentação para Rogério Ferreira | Mayko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🎯 O Problema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Churn Descontrolado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Temos 27 cancelamentos documentados, mas: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12121"/>
                </a:solidFill>
              </a:defRPr>
            </a:pPr>
            <a:r>
              <a:t>❌ Motivos não mapeados — por que cancelaram?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12121"/>
                </a:solidFill>
              </a:defRPr>
            </a:pPr>
            <a:r>
              <a:t>❌ Processo de retenção inexistente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12121"/>
                </a:solidFill>
              </a:defRPr>
            </a:pPr>
            <a:r>
              <a:t>❌ Reclamações dispersas entre recepção, Raquel,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12121"/>
                </a:solidFill>
              </a:defRPr>
            </a:pPr>
            <a:r>
              <a:t>❌ Sem dono formal de 'Customer Success'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12121"/>
                </a:solidFill>
              </a:defRPr>
            </a:pPr>
            <a:r>
              <a:t>❌ Possível churn oculto entre 1.293 inativos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5050"/>
                </a:solidFill>
              </a:defRPr>
            </a:pPr>
            <a:r>
              <a:t>⚠️ Se não mapearmos agora, não sabemos o que ajustar.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📊 Cenário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Contratos no Boom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Total de Contratos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1.708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Ativos (Pagando)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t>415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Inativos/Indefinidos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C107"/>
                </a:solidFill>
              </a:defRPr>
            </a:pPr>
            <a:r>
              <a:t>1.293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Cancelados (COM TAG)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05050"/>
                </a:solidFill>
              </a:defRPr>
            </a:pPr>
            <a: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Churn Rate Atual: 27 ÷ 1.708 = 1,58% ✅ (Saudável)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C107"/>
                </a:solidFill>
              </a:defRPr>
            </a:pPr>
            <a:r>
              <a:t>⚠️ Mas: 1.293 inativos = Churn potencial desconhecido. Precisamos mapear quem são, por quê estão inativos, e quantos realmente cancelaram.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🔍 Exemplo: Eliane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Primeira análise de cancelamento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Nome: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Eliane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CPF: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***.***.***-**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Tempo de cliente: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10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Motivo: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Mudança de cidade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1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Data cancelamento: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19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19/03/2026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Canal: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17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Chat/Recepção + Karine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Multa cobrada: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918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R$ 49,80 (2 meses restantes)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Reversível?: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5661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NÃO (mudança permanente)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Dependentes: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404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Sim (mãe, 88 anos)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7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2121"/>
                </a:solidFill>
              </a:defRPr>
            </a:pPr>
            <a:r>
              <a:t>Histórico clínica: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79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12121"/>
                </a:solidFill>
              </a:defRPr>
            </a:pPr>
            <a:r>
              <a:t>1 oftalmo em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987C3"/>
                </a:solidFill>
              </a:defRPr>
            </a:pPr>
            <a:r>
              <a:t>💡 Insight: Temos 26 mais para mapear. Eliane é legítima, mas outras podem ser reversíveis (não usa benefício, problemas financeiros, etc.).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📋 Solução 1: Planilha Churning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Controle centralizado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C3"/>
                </a:solidFill>
              </a:defRPr>
            </a:pPr>
            <a:r>
              <a:t>CPF | Nome | Data Cancelamento | MOTIVO ⭐ | Canal | Reversível? |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2121"/>
                </a:solidFill>
              </a:defRPr>
            </a:pPr>
            <a:r>
              <a:t>... | ... | ... | Mudança de cidade | ... | ... |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2121"/>
                </a:solidFill>
              </a:defRPr>
            </a:pPr>
            <a:r>
              <a:t>... | ... | ... | Não usa benefício | ... | ... |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2121"/>
                </a:solidFill>
              </a:defRPr>
            </a:pPr>
            <a:r>
              <a:t>... | ... | ... | Problemas financeiros | ... | ... |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3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2121"/>
                </a:solidFill>
              </a:defRPr>
            </a:pPr>
            <a:r>
              <a:t>... | ... | ... | Outro plano de saúde | ... | ... |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5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12121"/>
                </a:solidFill>
              </a:defRPr>
            </a:pPr>
            <a:r>
              <a:t>... | ... | ... | Mal atendimento (clínica) | ... | ... |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C3"/>
                </a:solidFill>
              </a:defRPr>
            </a:pPr>
            <a:r>
              <a:t>🎯 OBJETIVO:</a:t>
            </a:r>
            <a:br/>
            <a:r>
              <a:t>1. Exportar 27 do Boom</a:t>
            </a:r>
            <a:br/>
            <a:r>
              <a:t>2. Criar Google Sheet + Notion</a:t>
            </a:r>
            <a:br/>
            <a:r>
              <a:t>3. Lucas ligar para cada um</a:t>
            </a:r>
            <a:br/>
            <a:r>
              <a:t>4. Documentar TODOS os motivos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☎️ Solução 2: Processo de Retenção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Estilo 'Cancelamento de Telefonia'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1️⃣ Cliente chega na recepção: 'Quero cancelar'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2️⃣ Recepcionista: 'Lucas vai ligar em 24-48h'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3️⃣ Lucas liga (WhatsApp Voice ou chip)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4️⃣ Conversa: Motivo + Validação + Oferta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5️⃣ Resultado: Reversão ✅ ou Saída Documentada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CAF50"/>
                </a:solidFill>
              </a:defRPr>
            </a:pPr>
            <a:r>
              <a:t>OFERTAS DE RETENÇÃO:</a:t>
            </a:r>
            <a:br/>
            <a:r>
              <a:t>• Voucher de consulta</a:t>
            </a:r>
            <a:br/>
            <a:r>
              <a:t>• Explicação de benefícios não usados (telemedicina, auxílio federal)</a:t>
            </a:r>
            <a:br/>
            <a:r>
              <a:t>• Negociação financeira</a:t>
            </a:r>
            <a:br/>
            <a:r>
              <a:t>• Agenda consulta de follow-up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👤 Funções Formalizadas de Lucas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Customer Success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87C3"/>
                </a:solidFill>
              </a:defRPr>
            </a:pPr>
            <a:r>
              <a:t>Desfiliação (Cancelamento)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Ligar para os 27, entender motivos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Churn &lt;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87C3"/>
                </a:solidFill>
              </a:defRPr>
            </a:pPr>
            <a:r>
              <a:t>Reclamações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Receber de Raquel, processar, informar Rogério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% resolvidas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87C3"/>
                </a:solidFill>
              </a:defRPr>
            </a:pPr>
            <a: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Ligar ao novo cliente (script boas-vindas)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100% ligados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987C3"/>
                </a:solidFill>
              </a:defRPr>
            </a:pPr>
            <a:r>
              <a:t>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Se vai cancelar, tentar reverter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≥30% revertidos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📈 KPIs de Customer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Como Lucas será medido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C3"/>
                </a:solidFill>
              </a:defRPr>
            </a:pPr>
            <a:r>
              <a:t>1. Filiações Processadas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AF50"/>
                </a:solidFill>
              </a:defRPr>
            </a:pPr>
            <a:r>
              <a:t>100% ligados em D+1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C3"/>
                </a:solidFill>
              </a:defRPr>
            </a:pPr>
            <a:r>
              <a:t>2. Desfiliações Atendidas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AF50"/>
                </a:solidFill>
              </a:defRPr>
            </a:pPr>
            <a:r>
              <a:t>100% dos que chamam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C3"/>
                </a:solidFill>
              </a:defRPr>
            </a:pPr>
            <a:r>
              <a:t>3. Churn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AF50"/>
                </a:solidFill>
              </a:defRPr>
            </a:pPr>
            <a:r>
              <a:t>&lt; 5% (benchmark: &lt; 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C3"/>
                </a:solidFill>
              </a:defRPr>
            </a:pPr>
            <a:r>
              <a:t>4. Reversões (Retenção)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AF50"/>
                </a:solidFill>
              </a:defRPr>
            </a:pPr>
            <a:r>
              <a:t>≥ 30% dos que cancelam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87C3"/>
                </a:solidFill>
              </a:defRPr>
            </a:pPr>
            <a:r>
              <a:t>5. NPS (Satisfação)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AF50"/>
                </a:solidFill>
              </a:defRPr>
            </a:pPr>
            <a:r>
              <a:t>≥ 8 (promotores)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1987C3"/>
                </a:solidFill>
              </a:defRPr>
            </a:pPr>
            <a:r>
              <a:t>🚀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Execução imediata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C3"/>
                </a:solidFill>
              </a:defRPr>
            </a:pPr>
            <a:r>
              <a:t>HOJE 14h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Exportar 27 cancelados do Boom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C107"/>
                </a:solidFill>
              </a:defRPr>
            </a:pPr>
            <a:r>
              <a:t>Lucas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645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AF50"/>
                </a:solidFill>
              </a:defRPr>
            </a:pPr>
            <a:r>
              <a:t>Planilha em mãos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C3"/>
                </a:solidFill>
              </a:defRPr>
            </a:pPr>
            <a:r>
              <a:t>HOJE 15h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Criar Planilha 'Churning' Google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C107"/>
                </a:solidFill>
              </a:defRPr>
            </a:pPr>
            <a:r>
              <a:t>Mayko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77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AF50"/>
                </a:solidFill>
              </a:defRPr>
            </a:pPr>
            <a:r>
              <a:t>Link compartilhado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C3"/>
                </a:solidFill>
              </a:defRPr>
            </a:pPr>
            <a:r>
              <a:t>Amanhã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Sincronizar com Notion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C107"/>
                </a:solidFill>
              </a:defRPr>
            </a:pPr>
            <a:r>
              <a:t>Mayko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AF50"/>
                </a:solidFill>
              </a:defRPr>
            </a:pPr>
            <a:r>
              <a:t>Dashboard em Notion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C3"/>
                </a:solidFill>
              </a:defRPr>
            </a:pPr>
            <a:r>
              <a:t>Esta semana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Lucas ligar para 5 dos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C107"/>
                </a:solidFill>
              </a:defRPr>
            </a:pPr>
            <a:r>
              <a:t>Lucas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840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AF50"/>
                </a:solidFill>
              </a:defRPr>
            </a:pPr>
            <a:r>
              <a:t>Motivos documentados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87C3"/>
                </a:solidFill>
              </a:defRPr>
            </a:pPr>
            <a:r>
              <a:t>Próx. reunião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2121"/>
                </a:solidFill>
              </a:defRPr>
            </a:pPr>
            <a:r>
              <a:t>Trazer 27 motivos mapeados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C107"/>
                </a:solidFill>
              </a:defRPr>
            </a:pPr>
            <a:r>
              <a:t>Lucas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AF50"/>
                </a:solidFill>
              </a:defRPr>
            </a:pPr>
            <a:r>
              <a:t>Tabela completa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✅ LUCAS COMO DONO FORMAL</a:t>
            </a:r>
            <a:br/>
            <a:r>
              <a:t>DE CUSTOMER SUCCESS?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✓ Desfiliação + Reclamações + NPS</a:t>
            </a:r>
            <a:br/>
            <a:r>
              <a:t>✓ Responsável pelo Churn Rate</a:t>
            </a:r>
            <a:br/>
            <a:r>
              <a:t>✓ Base para supervisionário em Bairro da Paz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Aprovado por: ___________________     Data: ___________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87C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Mayko Rodrigues</a:t>
            </a:r>
            <a:br/>
            <a:r>
              <a:t>Consultor RevOps — Sucesso de Todos</a:t>
            </a:r>
            <a:br/>
            <a:r>
              <a:t>contato@sucessodetodos.com.br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