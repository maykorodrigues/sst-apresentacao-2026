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79" r:id="rId3"/>
    <p:sldId id="278" r:id="rId4"/>
    <p:sldId id="280" r:id="rId5"/>
    <p:sldId id="281" r:id="rId6"/>
    <p:sldId id="282" r:id="rId7"/>
    <p:sldId id="283" r:id="rId8"/>
    <p:sldId id="258" r:id="rId9"/>
    <p:sldId id="259" r:id="rId10"/>
    <p:sldId id="286" r:id="rId11"/>
    <p:sldId id="267" r:id="rId12"/>
    <p:sldId id="268" r:id="rId13"/>
    <p:sldId id="269" r:id="rId14"/>
    <p:sldId id="271" r:id="rId15"/>
    <p:sldId id="287" r:id="rId16"/>
    <p:sldId id="257" r:id="rId17"/>
    <p:sldId id="276" r:id="rId18"/>
    <p:sldId id="289" r:id="rId19"/>
    <p:sldId id="288" r:id="rId20"/>
    <p:sldId id="264" r:id="rId21"/>
    <p:sldId id="265" r:id="rId22"/>
    <p:sldId id="266" r:id="rId23"/>
    <p:sldId id="29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FF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1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39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948866113841265"/>
          <c:y val="3.5023709948526202E-2"/>
          <c:w val="0.33943013993292903"/>
          <c:h val="0.85119611485019153"/>
        </c:manualLayout>
      </c:layout>
      <c:doughnut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29999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/>
              </a:gradFill>
              <a:ln>
                <a:noFill/>
              </a:ln>
              <a:effectLst>
                <a:outerShdw blurRad="381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7E1-4025-976A-4D9C7DAE6A5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29999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/>
              </a:gradFill>
              <a:ln>
                <a:noFill/>
              </a:ln>
              <a:effectLst>
                <a:outerShdw blurRad="381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7E1-4025-976A-4D9C7DAE6A5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29999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/>
              </a:gradFill>
              <a:ln>
                <a:noFill/>
              </a:ln>
              <a:effectLst>
                <a:outerShdw blurRad="381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7E1-4025-976A-4D9C7DAE6A56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100000"/>
                      <a:shade val="100000"/>
                      <a:satMod val="129999"/>
                    </a:schemeClr>
                  </a:gs>
                  <a:gs pos="100000">
                    <a:schemeClr val="accent4">
                      <a:tint val="50000"/>
                      <a:shade val="100000"/>
                      <a:satMod val="350000"/>
                    </a:schemeClr>
                  </a:gs>
                </a:gsLst>
                <a:lin ang="16200000"/>
              </a:gradFill>
              <a:ln>
                <a:noFill/>
              </a:ln>
              <a:effectLst>
                <a:outerShdw blurRad="381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27E1-4025-976A-4D9C7DAE6A5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Plan1!$A$2:$A$6</c:f>
              <c:strCache>
                <c:ptCount val="5"/>
                <c:pt idx="0">
                  <c:v>1º Indicação</c:v>
                </c:pt>
                <c:pt idx="1">
                  <c:v>2º Consultor</c:v>
                </c:pt>
                <c:pt idx="2">
                  <c:v>3º Clinica Dr</c:v>
                </c:pt>
                <c:pt idx="3">
                  <c:v>4º Propaganda</c:v>
                </c:pt>
                <c:pt idx="4">
                  <c:v>5° Planfeto</c:v>
                </c:pt>
              </c:strCache>
            </c:strRef>
          </c:cat>
          <c:val>
            <c:numRef>
              <c:f>Plan1!$B$2:$B$6</c:f>
              <c:numCache>
                <c:formatCode>General</c:formatCode>
                <c:ptCount val="5"/>
                <c:pt idx="0">
                  <c:v>21</c:v>
                </c:pt>
                <c:pt idx="1">
                  <c:v>14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E1-4025-976A-4D9C7DAE6A56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21C6-4A80-AD6D-5AAD9000D6C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1C6-4A80-AD6D-5AAD9000D6C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1C6-4A80-AD6D-5AAD9000D6C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1C6-4A80-AD6D-5AAD9000D6C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21C6-4A80-AD6D-5AAD9000D6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Plan1!$A$2:$A$6</c:f>
              <c:strCache>
                <c:ptCount val="5"/>
                <c:pt idx="0">
                  <c:v>Mensalidade</c:v>
                </c:pt>
                <c:pt idx="1">
                  <c:v>Carteirinhas</c:v>
                </c:pt>
                <c:pt idx="2">
                  <c:v>Cancelamento</c:v>
                </c:pt>
                <c:pt idx="3">
                  <c:v>Adiquirir </c:v>
                </c:pt>
                <c:pt idx="4">
                  <c:v>Refiliações</c:v>
                </c:pt>
              </c:strCache>
            </c:strRef>
          </c:cat>
          <c:val>
            <c:numRef>
              <c:f>Plan1!$B$2:$B$6</c:f>
              <c:numCache>
                <c:formatCode>General</c:formatCode>
                <c:ptCount val="5"/>
                <c:pt idx="0">
                  <c:v>50</c:v>
                </c:pt>
                <c:pt idx="1">
                  <c:v>512</c:v>
                </c:pt>
                <c:pt idx="2">
                  <c:v>59</c:v>
                </c:pt>
                <c:pt idx="3">
                  <c:v>126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AE-45AB-B584-E890C4CE01AB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Colunas1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1C6-4A80-AD6D-5AAD9000D6C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21C6-4A80-AD6D-5AAD9000D6C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1C6-4A80-AD6D-5AAD9000D6C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21C6-4A80-AD6D-5AAD9000D6C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1C6-4A80-AD6D-5AAD9000D6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Plan1!$A$2:$A$6</c:f>
              <c:strCache>
                <c:ptCount val="5"/>
                <c:pt idx="0">
                  <c:v>Mensalidade</c:v>
                </c:pt>
                <c:pt idx="1">
                  <c:v>Carteirinhas</c:v>
                </c:pt>
                <c:pt idx="2">
                  <c:v>Cancelamento</c:v>
                </c:pt>
                <c:pt idx="3">
                  <c:v>Adiquirir </c:v>
                </c:pt>
                <c:pt idx="4">
                  <c:v>Refiliações</c:v>
                </c:pt>
              </c:strCache>
            </c:strRef>
          </c:cat>
          <c:val>
            <c:numRef>
              <c:f>Plan1!$C$2:$C$6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36AE-45AB-B584-E890C4CE01AB}"/>
            </c:ext>
          </c:extLst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Colunas2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21C6-4A80-AD6D-5AAD9000D6C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1C6-4A80-AD6D-5AAD9000D6C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21C6-4A80-AD6D-5AAD9000D6C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21C6-4A80-AD6D-5AAD9000D6C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21C6-4A80-AD6D-5AAD9000D6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Plan1!$A$2:$A$6</c:f>
              <c:strCache>
                <c:ptCount val="5"/>
                <c:pt idx="0">
                  <c:v>Mensalidade</c:v>
                </c:pt>
                <c:pt idx="1">
                  <c:v>Carteirinhas</c:v>
                </c:pt>
                <c:pt idx="2">
                  <c:v>Cancelamento</c:v>
                </c:pt>
                <c:pt idx="3">
                  <c:v>Adiquirir </c:v>
                </c:pt>
                <c:pt idx="4">
                  <c:v>Refiliações</c:v>
                </c:pt>
              </c:strCache>
            </c:strRef>
          </c:cat>
          <c:val>
            <c:numRef>
              <c:f>Plan1!$D$2:$D$6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36AE-45AB-B584-E890C4CE01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Desfiliações</c:v>
                </c:pt>
              </c:strCache>
            </c:strRef>
          </c:tx>
          <c:dPt>
            <c:idx val="0"/>
            <c:bubble3D val="0"/>
            <c:explosion val="2"/>
            <c:spPr>
              <a:solidFill>
                <a:schemeClr val="accent2">
                  <a:shade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D84-40F1-BD76-21FE4CCC2755}"/>
              </c:ext>
            </c:extLst>
          </c:dPt>
          <c:dPt>
            <c:idx val="1"/>
            <c:bubble3D val="0"/>
            <c:spPr>
              <a:solidFill>
                <a:schemeClr val="accent2">
                  <a:shade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D84-40F1-BD76-21FE4CCC2755}"/>
              </c:ext>
            </c:extLst>
          </c:dPt>
          <c:dPt>
            <c:idx val="2"/>
            <c:bubble3D val="0"/>
            <c:spPr>
              <a:solidFill>
                <a:schemeClr val="accent2">
                  <a:shade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D84-40F1-BD76-21FE4CCC2755}"/>
              </c:ext>
            </c:extLst>
          </c:dPt>
          <c:dPt>
            <c:idx val="3"/>
            <c:bubble3D val="0"/>
            <c:spPr>
              <a:solidFill>
                <a:schemeClr val="accent2">
                  <a:tint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D84-40F1-BD76-21FE4CCC2755}"/>
              </c:ext>
            </c:extLst>
          </c:dPt>
          <c:dPt>
            <c:idx val="4"/>
            <c:bubble3D val="0"/>
            <c:spPr>
              <a:solidFill>
                <a:schemeClr val="accent2">
                  <a:tint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D84-40F1-BD76-21FE4CCC2755}"/>
              </c:ext>
            </c:extLst>
          </c:dPt>
          <c:dPt>
            <c:idx val="5"/>
            <c:bubble3D val="0"/>
            <c:spPr>
              <a:solidFill>
                <a:schemeClr val="accent2">
                  <a:tint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D84-40F1-BD76-21FE4CCC27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Planilha1!$A$2:$A$7</c:f>
              <c:strCache>
                <c:ptCount val="5"/>
                <c:pt idx="0">
                  <c:v>TODOS </c:v>
                </c:pt>
                <c:pt idx="1">
                  <c:v>SAC</c:v>
                </c:pt>
                <c:pt idx="2">
                  <c:v>Reclame aqui</c:v>
                </c:pt>
                <c:pt idx="3">
                  <c:v>Controle de Qualidade</c:v>
                </c:pt>
                <c:pt idx="4">
                  <c:v>Sucesso do Cliente</c:v>
                </c:pt>
              </c:strCache>
            </c:strRef>
          </c:cat>
          <c:val>
            <c:numRef>
              <c:f>Planilha1!$B$2:$B$7</c:f>
              <c:numCache>
                <c:formatCode>General</c:formatCode>
                <c:ptCount val="6"/>
                <c:pt idx="0">
                  <c:v>519</c:v>
                </c:pt>
                <c:pt idx="1">
                  <c:v>11</c:v>
                </c:pt>
                <c:pt idx="2">
                  <c:v>1</c:v>
                </c:pt>
                <c:pt idx="3">
                  <c:v>92</c:v>
                </c:pt>
                <c:pt idx="4">
                  <c:v>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D84-40F1-BD76-21FE4CCC2755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Coluna1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BD84-40F1-BD76-21FE4CCC2755}"/>
              </c:ext>
            </c:extLst>
          </c:dPt>
          <c:dPt>
            <c:idx val="1"/>
            <c:bubble3D val="0"/>
            <c:spPr>
              <a:solidFill>
                <a:schemeClr val="accent2">
                  <a:shade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BD84-40F1-BD76-21FE4CCC2755}"/>
              </c:ext>
            </c:extLst>
          </c:dPt>
          <c:dPt>
            <c:idx val="2"/>
            <c:bubble3D val="0"/>
            <c:spPr>
              <a:solidFill>
                <a:schemeClr val="accent2">
                  <a:shade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BD84-40F1-BD76-21FE4CCC2755}"/>
              </c:ext>
            </c:extLst>
          </c:dPt>
          <c:dPt>
            <c:idx val="3"/>
            <c:bubble3D val="0"/>
            <c:spPr>
              <a:solidFill>
                <a:schemeClr val="accent2">
                  <a:tint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BD84-40F1-BD76-21FE4CCC2755}"/>
              </c:ext>
            </c:extLst>
          </c:dPt>
          <c:dPt>
            <c:idx val="4"/>
            <c:bubble3D val="0"/>
            <c:spPr>
              <a:solidFill>
                <a:schemeClr val="accent2">
                  <a:tint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6-BD84-40F1-BD76-21FE4CCC2755}"/>
              </c:ext>
            </c:extLst>
          </c:dPt>
          <c:dPt>
            <c:idx val="5"/>
            <c:bubble3D val="0"/>
            <c:spPr>
              <a:solidFill>
                <a:schemeClr val="accent2">
                  <a:tint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8-BD84-40F1-BD76-21FE4CCC27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Planilha1!$A$2:$A$7</c:f>
              <c:strCache>
                <c:ptCount val="5"/>
                <c:pt idx="0">
                  <c:v>TODOS </c:v>
                </c:pt>
                <c:pt idx="1">
                  <c:v>SAC</c:v>
                </c:pt>
                <c:pt idx="2">
                  <c:v>Reclame aqui</c:v>
                </c:pt>
                <c:pt idx="3">
                  <c:v>Controle de Qualidade</c:v>
                </c:pt>
                <c:pt idx="4">
                  <c:v>Sucesso do Cliente</c:v>
                </c:pt>
              </c:strCache>
            </c:strRef>
          </c:cat>
          <c:val>
            <c:numRef>
              <c:f>Planilha1!$C$2:$C$7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19-BD84-40F1-BD76-21FE4CCC2755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Coluna2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BD84-40F1-BD76-21FE4CCC2755}"/>
              </c:ext>
            </c:extLst>
          </c:dPt>
          <c:dPt>
            <c:idx val="1"/>
            <c:bubble3D val="0"/>
            <c:spPr>
              <a:solidFill>
                <a:schemeClr val="accent2">
                  <a:shade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BD84-40F1-BD76-21FE4CCC2755}"/>
              </c:ext>
            </c:extLst>
          </c:dPt>
          <c:dPt>
            <c:idx val="2"/>
            <c:bubble3D val="0"/>
            <c:spPr>
              <a:solidFill>
                <a:schemeClr val="accent2">
                  <a:shade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BD84-40F1-BD76-21FE4CCC2755}"/>
              </c:ext>
            </c:extLst>
          </c:dPt>
          <c:dPt>
            <c:idx val="3"/>
            <c:bubble3D val="0"/>
            <c:spPr>
              <a:solidFill>
                <a:schemeClr val="accent2">
                  <a:tint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BD84-40F1-BD76-21FE4CCC2755}"/>
              </c:ext>
            </c:extLst>
          </c:dPt>
          <c:dPt>
            <c:idx val="4"/>
            <c:bubble3D val="0"/>
            <c:spPr>
              <a:solidFill>
                <a:schemeClr val="accent2">
                  <a:tint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BD84-40F1-BD76-21FE4CCC2755}"/>
              </c:ext>
            </c:extLst>
          </c:dPt>
          <c:dPt>
            <c:idx val="5"/>
            <c:bubble3D val="0"/>
            <c:spPr>
              <a:solidFill>
                <a:schemeClr val="accent2">
                  <a:tint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BD84-40F1-BD76-21FE4CCC27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Planilha1!$A$2:$A$7</c:f>
              <c:strCache>
                <c:ptCount val="5"/>
                <c:pt idx="0">
                  <c:v>TODOS </c:v>
                </c:pt>
                <c:pt idx="1">
                  <c:v>SAC</c:v>
                </c:pt>
                <c:pt idx="2">
                  <c:v>Reclame aqui</c:v>
                </c:pt>
                <c:pt idx="3">
                  <c:v>Controle de Qualidade</c:v>
                </c:pt>
                <c:pt idx="4">
                  <c:v>Sucesso do Cliente</c:v>
                </c:pt>
              </c:strCache>
            </c:strRef>
          </c:cat>
          <c:val>
            <c:numRef>
              <c:f>Planilha1!$D$2:$D$7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26-BD84-40F1-BD76-21FE4CCC2755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2">
                  <a:shade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8-BD84-40F1-BD76-21FE4CCC2755}"/>
              </c:ext>
            </c:extLst>
          </c:dPt>
          <c:dPt>
            <c:idx val="1"/>
            <c:bubble3D val="0"/>
            <c:spPr>
              <a:solidFill>
                <a:schemeClr val="accent2">
                  <a:shade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A-BD84-40F1-BD76-21FE4CCC2755}"/>
              </c:ext>
            </c:extLst>
          </c:dPt>
          <c:dPt>
            <c:idx val="2"/>
            <c:bubble3D val="0"/>
            <c:spPr>
              <a:solidFill>
                <a:schemeClr val="accent2">
                  <a:shade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C-BD84-40F1-BD76-21FE4CCC2755}"/>
              </c:ext>
            </c:extLst>
          </c:dPt>
          <c:dPt>
            <c:idx val="3"/>
            <c:bubble3D val="0"/>
            <c:spPr>
              <a:solidFill>
                <a:schemeClr val="accent2">
                  <a:tint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E-BD84-40F1-BD76-21FE4CCC2755}"/>
              </c:ext>
            </c:extLst>
          </c:dPt>
          <c:dPt>
            <c:idx val="4"/>
            <c:bubble3D val="0"/>
            <c:spPr>
              <a:solidFill>
                <a:schemeClr val="accent2">
                  <a:tint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0-BD84-40F1-BD76-21FE4CCC2755}"/>
              </c:ext>
            </c:extLst>
          </c:dPt>
          <c:dPt>
            <c:idx val="5"/>
            <c:bubble3D val="0"/>
            <c:spPr>
              <a:solidFill>
                <a:schemeClr val="accent2">
                  <a:tint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2-BD84-40F1-BD76-21FE4CCC27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Planilha1!$A$2:$A$7</c:f>
              <c:strCache>
                <c:ptCount val="5"/>
                <c:pt idx="0">
                  <c:v>TODOS </c:v>
                </c:pt>
                <c:pt idx="1">
                  <c:v>SAC</c:v>
                </c:pt>
                <c:pt idx="2">
                  <c:v>Reclame aqui</c:v>
                </c:pt>
                <c:pt idx="3">
                  <c:v>Controle de Qualidade</c:v>
                </c:pt>
                <c:pt idx="4">
                  <c:v>Sucesso do Cliente</c:v>
                </c:pt>
              </c:strCache>
            </c:strRef>
          </c:cat>
          <c:val>
            <c:numRef>
              <c:f>Planilha1!$E$2:$E$7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33-BD84-40F1-BD76-21FE4CCC2755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SUCESSO AO CLIENTE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18E1-414C-85CF-E2DBABC8AAC8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8E1-414C-85CF-E2DBABC8AAC8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8E1-414C-85CF-E2DBABC8AAC8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8E1-414C-85CF-E2DBABC8AAC8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8E1-414C-85CF-E2DBABC8AAC8}"/>
              </c:ext>
            </c:extLst>
          </c:dPt>
          <c:dPt>
            <c:idx val="5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8E1-414C-85CF-E2DBABC8AAC8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8E1-414C-85CF-E2DBABC8AAC8}"/>
              </c:ext>
            </c:extLst>
          </c:dPt>
          <c:dPt>
            <c:idx val="7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8E1-414C-85CF-E2DBABC8AAC8}"/>
              </c:ext>
            </c:extLst>
          </c:dPt>
          <c:dPt>
            <c:idx val="8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8E1-414C-85CF-E2DBABC8AAC8}"/>
              </c:ext>
            </c:extLst>
          </c:dPt>
          <c:dPt>
            <c:idx val="9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8E1-414C-85CF-E2DBABC8AAC8}"/>
              </c:ext>
            </c:extLst>
          </c:dPt>
          <c:dPt>
            <c:idx val="10"/>
            <c:bubble3D val="0"/>
            <c:spPr>
              <a:solidFill>
                <a:schemeClr val="accent4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18E1-414C-85CF-E2DBABC8AAC8}"/>
              </c:ext>
            </c:extLst>
          </c:dPt>
          <c:dPt>
            <c:idx val="11"/>
            <c:bubble3D val="0"/>
            <c:spPr>
              <a:solidFill>
                <a:schemeClr val="accent6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8E1-414C-85CF-E2DBABC8AAC8}"/>
              </c:ext>
            </c:extLst>
          </c:dPt>
          <c:dPt>
            <c:idx val="1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8E1-414C-85CF-E2DBABC8AAC8}"/>
              </c:ext>
            </c:extLst>
          </c:dPt>
          <c:dPt>
            <c:idx val="13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8E1-414C-85CF-E2DBABC8AAC8}"/>
              </c:ext>
            </c:extLst>
          </c:dPt>
          <c:dPt>
            <c:idx val="14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8E1-414C-85CF-E2DBABC8AAC8}"/>
              </c:ext>
            </c:extLst>
          </c:dPt>
          <c:dPt>
            <c:idx val="15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8E1-414C-85CF-E2DBABC8AAC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Planilha1!$A$2:$A$17</c:f>
              <c:strCache>
                <c:ptCount val="16"/>
                <c:pt idx="0">
                  <c:v>Não ultiliza os beneficios</c:v>
                </c:pt>
                <c:pt idx="1">
                  <c:v>Tem outro plano</c:v>
                </c:pt>
                <c:pt idx="2">
                  <c:v>Problemas financeiro</c:v>
                </c:pt>
                <c:pt idx="3">
                  <c:v>Mundança de cidade</c:v>
                </c:pt>
                <c:pt idx="4">
                  <c:v>Mau atendimento da clinica</c:v>
                </c:pt>
                <c:pt idx="5">
                  <c:v>Contrato cancelado em 7 dias</c:v>
                </c:pt>
                <c:pt idx="6">
                  <c:v>Retorno ao convenio</c:v>
                </c:pt>
                <c:pt idx="7">
                  <c:v>Outros</c:v>
                </c:pt>
                <c:pt idx="8">
                  <c:v>Falecimento</c:v>
                </c:pt>
                <c:pt idx="9">
                  <c:v>Informações incompletas na venda</c:v>
                </c:pt>
                <c:pt idx="10">
                  <c:v>Falta algo no convenio </c:v>
                </c:pt>
                <c:pt idx="11">
                  <c:v>Mau atendimento do parceiro</c:v>
                </c:pt>
                <c:pt idx="12">
                  <c:v>Dependente </c:v>
                </c:pt>
                <c:pt idx="13">
                  <c:v>Falta parceiros</c:v>
                </c:pt>
                <c:pt idx="14">
                  <c:v>Mundaça inquilino</c:v>
                </c:pt>
                <c:pt idx="15">
                  <c:v>PROCON</c:v>
                </c:pt>
              </c:strCache>
            </c:strRef>
          </c:cat>
          <c:val>
            <c:numRef>
              <c:f>Planilha1!$B$2:$B$17</c:f>
              <c:numCache>
                <c:formatCode>General</c:formatCode>
                <c:ptCount val="16"/>
                <c:pt idx="0">
                  <c:v>127</c:v>
                </c:pt>
                <c:pt idx="1">
                  <c:v>87</c:v>
                </c:pt>
                <c:pt idx="2">
                  <c:v>84</c:v>
                </c:pt>
                <c:pt idx="3">
                  <c:v>82</c:v>
                </c:pt>
                <c:pt idx="4">
                  <c:v>63</c:v>
                </c:pt>
                <c:pt idx="5">
                  <c:v>32</c:v>
                </c:pt>
                <c:pt idx="6">
                  <c:v>15</c:v>
                </c:pt>
                <c:pt idx="7">
                  <c:v>15</c:v>
                </c:pt>
                <c:pt idx="8">
                  <c:v>11</c:v>
                </c:pt>
                <c:pt idx="9">
                  <c:v>10</c:v>
                </c:pt>
                <c:pt idx="10">
                  <c:v>9</c:v>
                </c:pt>
                <c:pt idx="11">
                  <c:v>5</c:v>
                </c:pt>
                <c:pt idx="12">
                  <c:v>4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37-49FA-A10B-B9F590917FC8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2B8A-4058-B427-E991C3933B4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B8A-4058-B427-E991C3933B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B8A-4058-B427-E991C3933B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B8A-4058-B427-E991C3933B4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2B8A-4058-B427-E991C3933B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Planilha1!$A$2:$A$6</c:f>
              <c:strCache>
                <c:ptCount val="5"/>
                <c:pt idx="0">
                  <c:v>Sucesso do Cliente</c:v>
                </c:pt>
                <c:pt idx="1">
                  <c:v>SAC</c:v>
                </c:pt>
                <c:pt idx="2">
                  <c:v>Reclame Aqui</c:v>
                </c:pt>
                <c:pt idx="3">
                  <c:v>TODOS</c:v>
                </c:pt>
                <c:pt idx="4">
                  <c:v>Departamento Auditoria</c:v>
                </c:pt>
              </c:strCache>
            </c:strRef>
          </c:cat>
          <c:val>
            <c:numRef>
              <c:f>Planilha1!$B$2:$B$6</c:f>
              <c:numCache>
                <c:formatCode>General</c:formatCode>
                <c:ptCount val="5"/>
                <c:pt idx="0">
                  <c:v>54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D7-4EE1-89D8-CF5776BC27F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55E0-4E71-BFEB-FC12F1E0469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5E0-4E71-BFEB-FC12F1E046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5E0-4E71-BFEB-FC12F1E0469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5E0-4E71-BFEB-FC12F1E046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Plan1!$A$2:$A$5</c:f>
              <c:strCache>
                <c:ptCount val="4"/>
                <c:pt idx="0">
                  <c:v>Agendamento de consulta</c:v>
                </c:pt>
                <c:pt idx="1">
                  <c:v>Explicação do benefício</c:v>
                </c:pt>
                <c:pt idx="2">
                  <c:v>Limpeza bonificada</c:v>
                </c:pt>
                <c:pt idx="3">
                  <c:v>Negociação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3</c:v>
                </c:pt>
                <c:pt idx="1">
                  <c:v>20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E4-4A04-B0D1-13F3A563C075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Colunas1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55E0-4E71-BFEB-FC12F1E0469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5E0-4E71-BFEB-FC12F1E046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55E0-4E71-BFEB-FC12F1E0469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5E0-4E71-BFEB-FC12F1E046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Plan1!$A$2:$A$5</c:f>
              <c:strCache>
                <c:ptCount val="4"/>
                <c:pt idx="0">
                  <c:v>Agendamento de consulta</c:v>
                </c:pt>
                <c:pt idx="1">
                  <c:v>Explicação do benefício</c:v>
                </c:pt>
                <c:pt idx="2">
                  <c:v>Limpeza bonificada</c:v>
                </c:pt>
                <c:pt idx="3">
                  <c:v>Negociação</c:v>
                </c:pt>
              </c:strCache>
            </c:strRef>
          </c:cat>
          <c:val>
            <c:numRef>
              <c:f>Plan1!$C$2:$C$5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D7E4-4A04-B0D1-13F3A563C075}"/>
            </c:ext>
          </c:extLst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Colunas2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55E0-4E71-BFEB-FC12F1E0469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5E0-4E71-BFEB-FC12F1E046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55E0-4E71-BFEB-FC12F1E0469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5E0-4E71-BFEB-FC12F1E046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Plan1!$A$2:$A$5</c:f>
              <c:strCache>
                <c:ptCount val="4"/>
                <c:pt idx="0">
                  <c:v>Agendamento de consulta</c:v>
                </c:pt>
                <c:pt idx="1">
                  <c:v>Explicação do benefício</c:v>
                </c:pt>
                <c:pt idx="2">
                  <c:v>Limpeza bonificada</c:v>
                </c:pt>
                <c:pt idx="3">
                  <c:v>Negociação</c:v>
                </c:pt>
              </c:strCache>
            </c:strRef>
          </c:cat>
          <c:val>
            <c:numRef>
              <c:f>Plan1!$D$2:$D$5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D7E4-4A04-B0D1-13F3A563C0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836662026115153E-2"/>
          <c:y val="9.9582312856784427E-2"/>
          <c:w val="0.84432667594776956"/>
          <c:h val="0.81672779966867903"/>
        </c:manualLayout>
      </c:layout>
      <c:ofPieChart>
        <c:ofPieType val="pie"/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Colunas1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Plan1!$A$2:$A$11</c:f>
              <c:strCache>
                <c:ptCount val="10"/>
                <c:pt idx="0">
                  <c:v>Convênio Médico</c:v>
                </c:pt>
                <c:pt idx="1">
                  <c:v>Mudança de Cidade</c:v>
                </c:pt>
                <c:pt idx="2">
                  <c:v>Não ultiliza o serviço</c:v>
                </c:pt>
                <c:pt idx="3">
                  <c:v>Problemas com Clinica</c:v>
                </c:pt>
                <c:pt idx="4">
                  <c:v>Falecimento</c:v>
                </c:pt>
                <c:pt idx="5">
                  <c:v>Problema Financeiro</c:v>
                </c:pt>
                <c:pt idx="6">
                  <c:v>Desistencia 7 dias</c:v>
                </c:pt>
                <c:pt idx="7">
                  <c:v>Sem vantagens</c:v>
                </c:pt>
                <c:pt idx="9">
                  <c:v>Falta de informação</c:v>
                </c:pt>
              </c:strCache>
            </c:strRef>
          </c:cat>
          <c:val>
            <c:numRef>
              <c:f>Plan1!$B$2:$B$11</c:f>
              <c:numCache>
                <c:formatCode>General</c:formatCode>
                <c:ptCount val="10"/>
                <c:pt idx="0">
                  <c:v>20</c:v>
                </c:pt>
                <c:pt idx="1">
                  <c:v>3</c:v>
                </c:pt>
                <c:pt idx="2">
                  <c:v>8</c:v>
                </c:pt>
                <c:pt idx="3">
                  <c:v>9</c:v>
                </c:pt>
                <c:pt idx="4">
                  <c:v>2</c:v>
                </c:pt>
                <c:pt idx="5">
                  <c:v>12</c:v>
                </c:pt>
                <c:pt idx="6">
                  <c:v>1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6191-4121-B284-F6A12AF5739C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gapWidth val="100"/>
        <c:secondPieSize val="125"/>
        <c:serLines/>
      </c:ofPieChart>
    </c:plotArea>
    <c:plotVisOnly val="1"/>
    <c:dispBlanksAs val="zero"/>
    <c:showDLblsOverMax val="0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0-5AC1-4FDF-8430-C344BD61C0F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AC1-4FDF-8430-C344BD61C0F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5AC1-4FDF-8430-C344BD61C0F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AC1-4FDF-8430-C344BD61C0F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5AC1-4FDF-8430-C344BD61C0F8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Plan1!$A$2:$A$6</c:f>
              <c:strCache>
                <c:ptCount val="5"/>
                <c:pt idx="0">
                  <c:v>Demora no atendimento telefonico</c:v>
                </c:pt>
                <c:pt idx="1">
                  <c:v>Falta de anteção no atendimento</c:v>
                </c:pt>
                <c:pt idx="2">
                  <c:v>Médico não realiza os procedimentos</c:v>
                </c:pt>
                <c:pt idx="3">
                  <c:v>Demora no atendimento médico</c:v>
                </c:pt>
                <c:pt idx="4">
                  <c:v>Não gostou do procedimento</c:v>
                </c:pt>
              </c:strCache>
            </c:strRef>
          </c:cat>
          <c:val>
            <c:numRef>
              <c:f>Plan1!$B$2:$B$6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2B-491F-93EB-FBF96A0D3F15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Colunas1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AC1-4FDF-8430-C344BD61C0F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5AC1-4FDF-8430-C344BD61C0F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AC1-4FDF-8430-C344BD61C0F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5AC1-4FDF-8430-C344BD61C0F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AC1-4FDF-8430-C344BD61C0F8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Plan1!$A$2:$A$6</c:f>
              <c:strCache>
                <c:ptCount val="5"/>
                <c:pt idx="0">
                  <c:v>Demora no atendimento telefonico</c:v>
                </c:pt>
                <c:pt idx="1">
                  <c:v>Falta de anteção no atendimento</c:v>
                </c:pt>
                <c:pt idx="2">
                  <c:v>Médico não realiza os procedimentos</c:v>
                </c:pt>
                <c:pt idx="3">
                  <c:v>Demora no atendimento médico</c:v>
                </c:pt>
                <c:pt idx="4">
                  <c:v>Não gostou do procedimento</c:v>
                </c:pt>
              </c:strCache>
            </c:strRef>
          </c:cat>
          <c:val>
            <c:numRef>
              <c:f>Plan1!$C$2:$C$6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C42B-491F-93EB-FBF96A0D3F15}"/>
            </c:ext>
          </c:extLst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Colunas2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5AC1-4FDF-8430-C344BD61C0F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5AC1-4FDF-8430-C344BD61C0F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5AC1-4FDF-8430-C344BD61C0F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5AC1-4FDF-8430-C344BD61C0F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5AC1-4FDF-8430-C344BD61C0F8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Plan1!$A$2:$A$6</c:f>
              <c:strCache>
                <c:ptCount val="5"/>
                <c:pt idx="0">
                  <c:v>Demora no atendimento telefonico</c:v>
                </c:pt>
                <c:pt idx="1">
                  <c:v>Falta de anteção no atendimento</c:v>
                </c:pt>
                <c:pt idx="2">
                  <c:v>Médico não realiza os procedimentos</c:v>
                </c:pt>
                <c:pt idx="3">
                  <c:v>Demora no atendimento médico</c:v>
                </c:pt>
                <c:pt idx="4">
                  <c:v>Não gostou do procedimento</c:v>
                </c:pt>
              </c:strCache>
            </c:strRef>
          </c:cat>
          <c:val>
            <c:numRef>
              <c:f>Plan1!$D$2:$D$6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C42B-491F-93EB-FBF96A0D3F1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zero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A4C2D8-2BC9-4077-AFD4-23EF151B2899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552FBA6-D1A3-4046-9421-88E6278735BC}">
      <dgm:prSet phldrT="[Texto]"/>
      <dgm:spPr/>
      <dgm:t>
        <a:bodyPr/>
        <a:lstStyle/>
        <a:p>
          <a:r>
            <a:rPr lang="pt-BR" dirty="0"/>
            <a:t>1- CAPTAR O CLIENTE</a:t>
          </a:r>
        </a:p>
      </dgm:t>
    </dgm:pt>
    <dgm:pt modelId="{A0B73F21-1DC2-443E-84B2-3415F9F27563}" type="parTrans" cxnId="{0D3B7979-0EF9-48BD-996C-3166DA032A58}">
      <dgm:prSet/>
      <dgm:spPr/>
      <dgm:t>
        <a:bodyPr/>
        <a:lstStyle/>
        <a:p>
          <a:endParaRPr lang="pt-BR"/>
        </a:p>
      </dgm:t>
    </dgm:pt>
    <dgm:pt modelId="{9B807D10-C368-4813-99EB-E1FE9CB2A926}" type="sibTrans" cxnId="{0D3B7979-0EF9-48BD-996C-3166DA032A58}">
      <dgm:prSet/>
      <dgm:spPr/>
      <dgm:t>
        <a:bodyPr/>
        <a:lstStyle/>
        <a:p>
          <a:endParaRPr lang="pt-BR"/>
        </a:p>
      </dgm:t>
    </dgm:pt>
    <dgm:pt modelId="{7B681862-F23A-4879-9B94-B1FDCD9B49E7}">
      <dgm:prSet phldrT="[Texto]"/>
      <dgm:spPr/>
      <dgm:t>
        <a:bodyPr/>
        <a:lstStyle/>
        <a:p>
          <a:r>
            <a:rPr lang="pt-BR" dirty="0"/>
            <a:t>Marketing</a:t>
          </a:r>
        </a:p>
      </dgm:t>
    </dgm:pt>
    <dgm:pt modelId="{BAAD6702-66F4-4B41-BEC7-F4EF42F5F3CE}" type="parTrans" cxnId="{BDF11F15-1B1A-4D01-BD5C-2F76FE4D8068}">
      <dgm:prSet/>
      <dgm:spPr/>
      <dgm:t>
        <a:bodyPr/>
        <a:lstStyle/>
        <a:p>
          <a:endParaRPr lang="pt-BR"/>
        </a:p>
      </dgm:t>
    </dgm:pt>
    <dgm:pt modelId="{71200F08-53BC-40F4-B96B-32C109D1ACF1}" type="sibTrans" cxnId="{BDF11F15-1B1A-4D01-BD5C-2F76FE4D8068}">
      <dgm:prSet/>
      <dgm:spPr/>
      <dgm:t>
        <a:bodyPr/>
        <a:lstStyle/>
        <a:p>
          <a:endParaRPr lang="pt-BR"/>
        </a:p>
      </dgm:t>
    </dgm:pt>
    <dgm:pt modelId="{B506BEC0-95E5-4369-AF34-18BBC1FA689A}">
      <dgm:prSet phldrT="[Texto]"/>
      <dgm:spPr/>
      <dgm:t>
        <a:bodyPr/>
        <a:lstStyle/>
        <a:p>
          <a:r>
            <a:rPr lang="pt-BR" dirty="0"/>
            <a:t>2- RECEBER DO CLIENTE</a:t>
          </a:r>
        </a:p>
      </dgm:t>
    </dgm:pt>
    <dgm:pt modelId="{09DB863D-72E3-4095-A1A1-6EB16B2123A4}" type="parTrans" cxnId="{2D772516-A481-40E6-B7E2-E0186C172FCB}">
      <dgm:prSet/>
      <dgm:spPr/>
      <dgm:t>
        <a:bodyPr/>
        <a:lstStyle/>
        <a:p>
          <a:endParaRPr lang="pt-BR"/>
        </a:p>
      </dgm:t>
    </dgm:pt>
    <dgm:pt modelId="{0618006F-4FEC-4F05-8BAE-8E930C9EDD8E}" type="sibTrans" cxnId="{2D772516-A481-40E6-B7E2-E0186C172FCB}">
      <dgm:prSet/>
      <dgm:spPr/>
      <dgm:t>
        <a:bodyPr/>
        <a:lstStyle/>
        <a:p>
          <a:endParaRPr lang="pt-BR"/>
        </a:p>
      </dgm:t>
    </dgm:pt>
    <dgm:pt modelId="{35AAA13F-885A-4F29-9B42-437831AEC783}">
      <dgm:prSet phldrT="[Texto]"/>
      <dgm:spPr/>
      <dgm:t>
        <a:bodyPr/>
        <a:lstStyle/>
        <a:p>
          <a:r>
            <a:rPr lang="pt-BR" dirty="0"/>
            <a:t>Auditoria</a:t>
          </a:r>
        </a:p>
      </dgm:t>
    </dgm:pt>
    <dgm:pt modelId="{29680261-273F-479E-822D-217D3748B950}" type="parTrans" cxnId="{2E451B90-CA1E-4559-B995-7C4D9B7BC297}">
      <dgm:prSet/>
      <dgm:spPr/>
      <dgm:t>
        <a:bodyPr/>
        <a:lstStyle/>
        <a:p>
          <a:endParaRPr lang="pt-BR"/>
        </a:p>
      </dgm:t>
    </dgm:pt>
    <dgm:pt modelId="{39B041E5-C9B9-4A87-8F9D-0721C4B9A35E}" type="sibTrans" cxnId="{2E451B90-CA1E-4559-B995-7C4D9B7BC297}">
      <dgm:prSet/>
      <dgm:spPr/>
      <dgm:t>
        <a:bodyPr/>
        <a:lstStyle/>
        <a:p>
          <a:endParaRPr lang="pt-BR"/>
        </a:p>
      </dgm:t>
    </dgm:pt>
    <dgm:pt modelId="{63DFE3E2-68A3-40F1-A8E8-42FE90EE012C}">
      <dgm:prSet phldrT="[Texto]"/>
      <dgm:spPr/>
      <dgm:t>
        <a:bodyPr/>
        <a:lstStyle/>
        <a:p>
          <a:r>
            <a:rPr lang="pt-BR" dirty="0"/>
            <a:t>3- MANTER O CLIENTE</a:t>
          </a:r>
        </a:p>
      </dgm:t>
    </dgm:pt>
    <dgm:pt modelId="{F45DDFC5-D569-4647-A012-853E5E108E52}" type="parTrans" cxnId="{78686405-AB32-4CEC-887D-C0E59ECACB50}">
      <dgm:prSet/>
      <dgm:spPr/>
      <dgm:t>
        <a:bodyPr/>
        <a:lstStyle/>
        <a:p>
          <a:endParaRPr lang="pt-BR"/>
        </a:p>
      </dgm:t>
    </dgm:pt>
    <dgm:pt modelId="{FE028FE1-7421-4E97-8417-DD395FFAAC03}" type="sibTrans" cxnId="{78686405-AB32-4CEC-887D-C0E59ECACB50}">
      <dgm:prSet/>
      <dgm:spPr/>
      <dgm:t>
        <a:bodyPr/>
        <a:lstStyle/>
        <a:p>
          <a:endParaRPr lang="pt-BR"/>
        </a:p>
      </dgm:t>
    </dgm:pt>
    <dgm:pt modelId="{F202AD64-F3DD-470F-B946-7339EA304FE1}">
      <dgm:prSet phldrT="[Texto]"/>
      <dgm:spPr/>
      <dgm:t>
        <a:bodyPr/>
        <a:lstStyle/>
        <a:p>
          <a:r>
            <a:rPr lang="pt-BR" dirty="0"/>
            <a:t>Sucesso do cliente</a:t>
          </a:r>
        </a:p>
      </dgm:t>
    </dgm:pt>
    <dgm:pt modelId="{FD213529-8AA2-43D3-BB4B-832F37D28D92}" type="parTrans" cxnId="{C9A17D97-894D-40B8-A022-8B0F0CDF049D}">
      <dgm:prSet/>
      <dgm:spPr/>
      <dgm:t>
        <a:bodyPr/>
        <a:lstStyle/>
        <a:p>
          <a:endParaRPr lang="pt-BR"/>
        </a:p>
      </dgm:t>
    </dgm:pt>
    <dgm:pt modelId="{EA55E156-6A85-4C34-8511-A409DB0E6B8C}" type="sibTrans" cxnId="{C9A17D97-894D-40B8-A022-8B0F0CDF049D}">
      <dgm:prSet/>
      <dgm:spPr/>
      <dgm:t>
        <a:bodyPr/>
        <a:lstStyle/>
        <a:p>
          <a:endParaRPr lang="pt-BR"/>
        </a:p>
      </dgm:t>
    </dgm:pt>
    <dgm:pt modelId="{6A95A6F2-21D5-4CEE-AC04-FA957747032B}" type="pres">
      <dgm:prSet presAssocID="{71A4C2D8-2BC9-4077-AFD4-23EF151B2899}" presName="Name0" presStyleCnt="0">
        <dgm:presLayoutVars>
          <dgm:dir/>
          <dgm:animLvl val="lvl"/>
          <dgm:resizeHandles val="exact"/>
        </dgm:presLayoutVars>
      </dgm:prSet>
      <dgm:spPr/>
    </dgm:pt>
    <dgm:pt modelId="{0D590F84-9884-46E5-BCEE-CE9E6BC28C04}" type="pres">
      <dgm:prSet presAssocID="{71A4C2D8-2BC9-4077-AFD4-23EF151B2899}" presName="tSp" presStyleCnt="0"/>
      <dgm:spPr/>
    </dgm:pt>
    <dgm:pt modelId="{5413FCB9-5DED-41DA-8123-757208F47127}" type="pres">
      <dgm:prSet presAssocID="{71A4C2D8-2BC9-4077-AFD4-23EF151B2899}" presName="bSp" presStyleCnt="0"/>
      <dgm:spPr/>
    </dgm:pt>
    <dgm:pt modelId="{9DCC0799-4A54-4850-96F9-9E8790D4CA67}" type="pres">
      <dgm:prSet presAssocID="{71A4C2D8-2BC9-4077-AFD4-23EF151B2899}" presName="process" presStyleCnt="0"/>
      <dgm:spPr/>
    </dgm:pt>
    <dgm:pt modelId="{26EA9667-9259-4784-AC50-3911A8112654}" type="pres">
      <dgm:prSet presAssocID="{1552FBA6-D1A3-4046-9421-88E6278735BC}" presName="composite1" presStyleCnt="0"/>
      <dgm:spPr/>
    </dgm:pt>
    <dgm:pt modelId="{5A832A66-C085-458D-A275-07FB5021DC0A}" type="pres">
      <dgm:prSet presAssocID="{1552FBA6-D1A3-4046-9421-88E6278735BC}" presName="dummyNode1" presStyleLbl="node1" presStyleIdx="0" presStyleCnt="3"/>
      <dgm:spPr/>
    </dgm:pt>
    <dgm:pt modelId="{0CE9AB62-B713-4190-A9DF-42E3EC65D970}" type="pres">
      <dgm:prSet presAssocID="{1552FBA6-D1A3-4046-9421-88E6278735BC}" presName="childNode1" presStyleLbl="bgAcc1" presStyleIdx="0" presStyleCnt="3">
        <dgm:presLayoutVars>
          <dgm:bulletEnabled val="1"/>
        </dgm:presLayoutVars>
      </dgm:prSet>
      <dgm:spPr/>
    </dgm:pt>
    <dgm:pt modelId="{1FB86799-AE03-40BA-8116-18D9BC0CE4FB}" type="pres">
      <dgm:prSet presAssocID="{1552FBA6-D1A3-4046-9421-88E6278735BC}" presName="childNode1tx" presStyleLbl="bgAcc1" presStyleIdx="0" presStyleCnt="3">
        <dgm:presLayoutVars>
          <dgm:bulletEnabled val="1"/>
        </dgm:presLayoutVars>
      </dgm:prSet>
      <dgm:spPr/>
    </dgm:pt>
    <dgm:pt modelId="{F23D88EE-D453-4E94-A461-8B2883175372}" type="pres">
      <dgm:prSet presAssocID="{1552FBA6-D1A3-4046-9421-88E6278735BC}" presName="parentNode1" presStyleLbl="node1" presStyleIdx="0" presStyleCnt="3" custScaleX="114816">
        <dgm:presLayoutVars>
          <dgm:chMax val="1"/>
          <dgm:bulletEnabled val="1"/>
        </dgm:presLayoutVars>
      </dgm:prSet>
      <dgm:spPr/>
    </dgm:pt>
    <dgm:pt modelId="{BEDB189C-6B6A-4681-B72E-723200BC73D0}" type="pres">
      <dgm:prSet presAssocID="{1552FBA6-D1A3-4046-9421-88E6278735BC}" presName="connSite1" presStyleCnt="0"/>
      <dgm:spPr/>
    </dgm:pt>
    <dgm:pt modelId="{1A9A4AD8-85A5-4A93-8004-D571409968C1}" type="pres">
      <dgm:prSet presAssocID="{9B807D10-C368-4813-99EB-E1FE9CB2A926}" presName="Name9" presStyleLbl="sibTrans2D1" presStyleIdx="0" presStyleCnt="2"/>
      <dgm:spPr/>
    </dgm:pt>
    <dgm:pt modelId="{2190D28D-B0D0-4BBC-B73B-CB1C994CFCA2}" type="pres">
      <dgm:prSet presAssocID="{B506BEC0-95E5-4369-AF34-18BBC1FA689A}" presName="composite2" presStyleCnt="0"/>
      <dgm:spPr/>
    </dgm:pt>
    <dgm:pt modelId="{9405C099-0578-4635-84E0-938BF37C407B}" type="pres">
      <dgm:prSet presAssocID="{B506BEC0-95E5-4369-AF34-18BBC1FA689A}" presName="dummyNode2" presStyleLbl="node1" presStyleIdx="0" presStyleCnt="3"/>
      <dgm:spPr/>
    </dgm:pt>
    <dgm:pt modelId="{DAA495B7-B486-42F6-9B53-74D75D43500E}" type="pres">
      <dgm:prSet presAssocID="{B506BEC0-95E5-4369-AF34-18BBC1FA689A}" presName="childNode2" presStyleLbl="bgAcc1" presStyleIdx="1" presStyleCnt="3">
        <dgm:presLayoutVars>
          <dgm:bulletEnabled val="1"/>
        </dgm:presLayoutVars>
      </dgm:prSet>
      <dgm:spPr/>
    </dgm:pt>
    <dgm:pt modelId="{DDB68CA0-BE94-4307-B265-07EB186A99EA}" type="pres">
      <dgm:prSet presAssocID="{B506BEC0-95E5-4369-AF34-18BBC1FA689A}" presName="childNode2tx" presStyleLbl="bgAcc1" presStyleIdx="1" presStyleCnt="3">
        <dgm:presLayoutVars>
          <dgm:bulletEnabled val="1"/>
        </dgm:presLayoutVars>
      </dgm:prSet>
      <dgm:spPr/>
    </dgm:pt>
    <dgm:pt modelId="{E3A53D26-E7D7-418B-9B2C-05203876FC67}" type="pres">
      <dgm:prSet presAssocID="{B506BEC0-95E5-4369-AF34-18BBC1FA689A}" presName="parentNode2" presStyleLbl="node1" presStyleIdx="1" presStyleCnt="3" custScaleX="114816">
        <dgm:presLayoutVars>
          <dgm:chMax val="0"/>
          <dgm:bulletEnabled val="1"/>
        </dgm:presLayoutVars>
      </dgm:prSet>
      <dgm:spPr/>
    </dgm:pt>
    <dgm:pt modelId="{151249AD-D110-4FB9-9501-00AD14E275B3}" type="pres">
      <dgm:prSet presAssocID="{B506BEC0-95E5-4369-AF34-18BBC1FA689A}" presName="connSite2" presStyleCnt="0"/>
      <dgm:spPr/>
    </dgm:pt>
    <dgm:pt modelId="{2C7C1ED0-5D09-4563-BBA5-1BCF6B0C69C4}" type="pres">
      <dgm:prSet presAssocID="{0618006F-4FEC-4F05-8BAE-8E930C9EDD8E}" presName="Name18" presStyleLbl="sibTrans2D1" presStyleIdx="1" presStyleCnt="2"/>
      <dgm:spPr/>
    </dgm:pt>
    <dgm:pt modelId="{9D7D919F-B2E7-40F3-A6F3-3D746EC95FED}" type="pres">
      <dgm:prSet presAssocID="{63DFE3E2-68A3-40F1-A8E8-42FE90EE012C}" presName="composite1" presStyleCnt="0"/>
      <dgm:spPr/>
    </dgm:pt>
    <dgm:pt modelId="{263D0AC8-31EE-4664-BBB5-FFD941C18126}" type="pres">
      <dgm:prSet presAssocID="{63DFE3E2-68A3-40F1-A8E8-42FE90EE012C}" presName="dummyNode1" presStyleLbl="node1" presStyleIdx="1" presStyleCnt="3"/>
      <dgm:spPr/>
    </dgm:pt>
    <dgm:pt modelId="{600EC2CA-A364-4BFE-A664-3736D8DE5CC8}" type="pres">
      <dgm:prSet presAssocID="{63DFE3E2-68A3-40F1-A8E8-42FE90EE012C}" presName="childNode1" presStyleLbl="bgAcc1" presStyleIdx="2" presStyleCnt="3">
        <dgm:presLayoutVars>
          <dgm:bulletEnabled val="1"/>
        </dgm:presLayoutVars>
      </dgm:prSet>
      <dgm:spPr/>
    </dgm:pt>
    <dgm:pt modelId="{18187C53-7A02-41A8-B2EE-B58D16881D6A}" type="pres">
      <dgm:prSet presAssocID="{63DFE3E2-68A3-40F1-A8E8-42FE90EE012C}" presName="childNode1tx" presStyleLbl="bgAcc1" presStyleIdx="2" presStyleCnt="3">
        <dgm:presLayoutVars>
          <dgm:bulletEnabled val="1"/>
        </dgm:presLayoutVars>
      </dgm:prSet>
      <dgm:spPr/>
    </dgm:pt>
    <dgm:pt modelId="{A20827B3-38E4-4B8E-AA1D-F5EAA89DFEF4}" type="pres">
      <dgm:prSet presAssocID="{63DFE3E2-68A3-40F1-A8E8-42FE90EE012C}" presName="parentNode1" presStyleLbl="node1" presStyleIdx="2" presStyleCnt="3" custScaleX="114816">
        <dgm:presLayoutVars>
          <dgm:chMax val="1"/>
          <dgm:bulletEnabled val="1"/>
        </dgm:presLayoutVars>
      </dgm:prSet>
      <dgm:spPr/>
    </dgm:pt>
    <dgm:pt modelId="{F743CFC4-601D-4F2B-A807-DF284854522A}" type="pres">
      <dgm:prSet presAssocID="{63DFE3E2-68A3-40F1-A8E8-42FE90EE012C}" presName="connSite1" presStyleCnt="0"/>
      <dgm:spPr/>
    </dgm:pt>
  </dgm:ptLst>
  <dgm:cxnLst>
    <dgm:cxn modelId="{78686405-AB32-4CEC-887D-C0E59ECACB50}" srcId="{71A4C2D8-2BC9-4077-AFD4-23EF151B2899}" destId="{63DFE3E2-68A3-40F1-A8E8-42FE90EE012C}" srcOrd="2" destOrd="0" parTransId="{F45DDFC5-D569-4647-A012-853E5E108E52}" sibTransId="{FE028FE1-7421-4E97-8417-DD395FFAAC03}"/>
    <dgm:cxn modelId="{BDF11F15-1B1A-4D01-BD5C-2F76FE4D8068}" srcId="{1552FBA6-D1A3-4046-9421-88E6278735BC}" destId="{7B681862-F23A-4879-9B94-B1FDCD9B49E7}" srcOrd="0" destOrd="0" parTransId="{BAAD6702-66F4-4B41-BEC7-F4EF42F5F3CE}" sibTransId="{71200F08-53BC-40F4-B96B-32C109D1ACF1}"/>
    <dgm:cxn modelId="{2D772516-A481-40E6-B7E2-E0186C172FCB}" srcId="{71A4C2D8-2BC9-4077-AFD4-23EF151B2899}" destId="{B506BEC0-95E5-4369-AF34-18BBC1FA689A}" srcOrd="1" destOrd="0" parTransId="{09DB863D-72E3-4095-A1A1-6EB16B2123A4}" sibTransId="{0618006F-4FEC-4F05-8BAE-8E930C9EDD8E}"/>
    <dgm:cxn modelId="{5A96192B-B0A5-457C-AAB2-5AD8C4C7F629}" type="presOf" srcId="{F202AD64-F3DD-470F-B946-7339EA304FE1}" destId="{600EC2CA-A364-4BFE-A664-3736D8DE5CC8}" srcOrd="0" destOrd="0" presId="urn:microsoft.com/office/officeart/2005/8/layout/hProcess4"/>
    <dgm:cxn modelId="{53A7775C-DE88-41B0-8A61-4CC9339A07A1}" type="presOf" srcId="{35AAA13F-885A-4F29-9B42-437831AEC783}" destId="{DAA495B7-B486-42F6-9B53-74D75D43500E}" srcOrd="0" destOrd="0" presId="urn:microsoft.com/office/officeart/2005/8/layout/hProcess4"/>
    <dgm:cxn modelId="{C82C6F41-A25B-4866-8028-B97C471A0A4F}" type="presOf" srcId="{9B807D10-C368-4813-99EB-E1FE9CB2A926}" destId="{1A9A4AD8-85A5-4A93-8004-D571409968C1}" srcOrd="0" destOrd="0" presId="urn:microsoft.com/office/officeart/2005/8/layout/hProcess4"/>
    <dgm:cxn modelId="{F7DCAA4A-A84D-4C7D-B450-237CAF688703}" type="presOf" srcId="{1552FBA6-D1A3-4046-9421-88E6278735BC}" destId="{F23D88EE-D453-4E94-A461-8B2883175372}" srcOrd="0" destOrd="0" presId="urn:microsoft.com/office/officeart/2005/8/layout/hProcess4"/>
    <dgm:cxn modelId="{7A38744E-1FEF-4FDE-B241-2D6F09B7D95E}" type="presOf" srcId="{63DFE3E2-68A3-40F1-A8E8-42FE90EE012C}" destId="{A20827B3-38E4-4B8E-AA1D-F5EAA89DFEF4}" srcOrd="0" destOrd="0" presId="urn:microsoft.com/office/officeart/2005/8/layout/hProcess4"/>
    <dgm:cxn modelId="{FF37AD72-AD32-46CA-AA32-9EC535F82958}" type="presOf" srcId="{35AAA13F-885A-4F29-9B42-437831AEC783}" destId="{DDB68CA0-BE94-4307-B265-07EB186A99EA}" srcOrd="1" destOrd="0" presId="urn:microsoft.com/office/officeart/2005/8/layout/hProcess4"/>
    <dgm:cxn modelId="{47C57156-694E-4CAD-A863-2465C1DACE1A}" type="presOf" srcId="{0618006F-4FEC-4F05-8BAE-8E930C9EDD8E}" destId="{2C7C1ED0-5D09-4563-BBA5-1BCF6B0C69C4}" srcOrd="0" destOrd="0" presId="urn:microsoft.com/office/officeart/2005/8/layout/hProcess4"/>
    <dgm:cxn modelId="{0D3B7979-0EF9-48BD-996C-3166DA032A58}" srcId="{71A4C2D8-2BC9-4077-AFD4-23EF151B2899}" destId="{1552FBA6-D1A3-4046-9421-88E6278735BC}" srcOrd="0" destOrd="0" parTransId="{A0B73F21-1DC2-443E-84B2-3415F9F27563}" sibTransId="{9B807D10-C368-4813-99EB-E1FE9CB2A926}"/>
    <dgm:cxn modelId="{C78FAA80-81C5-493E-A990-C50ABFCF86E0}" type="presOf" srcId="{71A4C2D8-2BC9-4077-AFD4-23EF151B2899}" destId="{6A95A6F2-21D5-4CEE-AC04-FA957747032B}" srcOrd="0" destOrd="0" presId="urn:microsoft.com/office/officeart/2005/8/layout/hProcess4"/>
    <dgm:cxn modelId="{06E3998F-B8DC-421B-B175-B24F4916CB0E}" type="presOf" srcId="{B506BEC0-95E5-4369-AF34-18BBC1FA689A}" destId="{E3A53D26-E7D7-418B-9B2C-05203876FC67}" srcOrd="0" destOrd="0" presId="urn:microsoft.com/office/officeart/2005/8/layout/hProcess4"/>
    <dgm:cxn modelId="{2E451B90-CA1E-4559-B995-7C4D9B7BC297}" srcId="{B506BEC0-95E5-4369-AF34-18BBC1FA689A}" destId="{35AAA13F-885A-4F29-9B42-437831AEC783}" srcOrd="0" destOrd="0" parTransId="{29680261-273F-479E-822D-217D3748B950}" sibTransId="{39B041E5-C9B9-4A87-8F9D-0721C4B9A35E}"/>
    <dgm:cxn modelId="{C9A17D97-894D-40B8-A022-8B0F0CDF049D}" srcId="{63DFE3E2-68A3-40F1-A8E8-42FE90EE012C}" destId="{F202AD64-F3DD-470F-B946-7339EA304FE1}" srcOrd="0" destOrd="0" parTransId="{FD213529-8AA2-43D3-BB4B-832F37D28D92}" sibTransId="{EA55E156-6A85-4C34-8511-A409DB0E6B8C}"/>
    <dgm:cxn modelId="{B21B08AB-DB32-4E8D-BA03-24AA2FB3E6AD}" type="presOf" srcId="{7B681862-F23A-4879-9B94-B1FDCD9B49E7}" destId="{0CE9AB62-B713-4190-A9DF-42E3EC65D970}" srcOrd="0" destOrd="0" presId="urn:microsoft.com/office/officeart/2005/8/layout/hProcess4"/>
    <dgm:cxn modelId="{4249B8D5-C0CD-427F-92E1-AAE5AC91B19E}" type="presOf" srcId="{7B681862-F23A-4879-9B94-B1FDCD9B49E7}" destId="{1FB86799-AE03-40BA-8116-18D9BC0CE4FB}" srcOrd="1" destOrd="0" presId="urn:microsoft.com/office/officeart/2005/8/layout/hProcess4"/>
    <dgm:cxn modelId="{D28BE3EC-441A-4564-B4E3-96A223DCB9DD}" type="presOf" srcId="{F202AD64-F3DD-470F-B946-7339EA304FE1}" destId="{18187C53-7A02-41A8-B2EE-B58D16881D6A}" srcOrd="1" destOrd="0" presId="urn:microsoft.com/office/officeart/2005/8/layout/hProcess4"/>
    <dgm:cxn modelId="{B0B9DF0C-5422-4D07-8DFC-896DB0C44D43}" type="presParOf" srcId="{6A95A6F2-21D5-4CEE-AC04-FA957747032B}" destId="{0D590F84-9884-46E5-BCEE-CE9E6BC28C04}" srcOrd="0" destOrd="0" presId="urn:microsoft.com/office/officeart/2005/8/layout/hProcess4"/>
    <dgm:cxn modelId="{D4D99342-406B-414A-BE9F-0D54ACB7CDB4}" type="presParOf" srcId="{6A95A6F2-21D5-4CEE-AC04-FA957747032B}" destId="{5413FCB9-5DED-41DA-8123-757208F47127}" srcOrd="1" destOrd="0" presId="urn:microsoft.com/office/officeart/2005/8/layout/hProcess4"/>
    <dgm:cxn modelId="{7F9B7E3E-3566-4B56-8CCA-4F62CA1149AE}" type="presParOf" srcId="{6A95A6F2-21D5-4CEE-AC04-FA957747032B}" destId="{9DCC0799-4A54-4850-96F9-9E8790D4CA67}" srcOrd="2" destOrd="0" presId="urn:microsoft.com/office/officeart/2005/8/layout/hProcess4"/>
    <dgm:cxn modelId="{2B43BD8F-6451-4D28-98D2-42F37454D134}" type="presParOf" srcId="{9DCC0799-4A54-4850-96F9-9E8790D4CA67}" destId="{26EA9667-9259-4784-AC50-3911A8112654}" srcOrd="0" destOrd="0" presId="urn:microsoft.com/office/officeart/2005/8/layout/hProcess4"/>
    <dgm:cxn modelId="{F563EDEE-ED9C-483E-A9D7-2BD25528F53D}" type="presParOf" srcId="{26EA9667-9259-4784-AC50-3911A8112654}" destId="{5A832A66-C085-458D-A275-07FB5021DC0A}" srcOrd="0" destOrd="0" presId="urn:microsoft.com/office/officeart/2005/8/layout/hProcess4"/>
    <dgm:cxn modelId="{B50393E1-09EF-45E4-B254-330B23A96EB0}" type="presParOf" srcId="{26EA9667-9259-4784-AC50-3911A8112654}" destId="{0CE9AB62-B713-4190-A9DF-42E3EC65D970}" srcOrd="1" destOrd="0" presId="urn:microsoft.com/office/officeart/2005/8/layout/hProcess4"/>
    <dgm:cxn modelId="{81BC426E-BB43-4A6D-AD6E-0165B440FBFB}" type="presParOf" srcId="{26EA9667-9259-4784-AC50-3911A8112654}" destId="{1FB86799-AE03-40BA-8116-18D9BC0CE4FB}" srcOrd="2" destOrd="0" presId="urn:microsoft.com/office/officeart/2005/8/layout/hProcess4"/>
    <dgm:cxn modelId="{FC1523AB-2696-44B2-8FFB-F5B8506009E7}" type="presParOf" srcId="{26EA9667-9259-4784-AC50-3911A8112654}" destId="{F23D88EE-D453-4E94-A461-8B2883175372}" srcOrd="3" destOrd="0" presId="urn:microsoft.com/office/officeart/2005/8/layout/hProcess4"/>
    <dgm:cxn modelId="{A605F675-1B93-4E52-B008-0D7AC5B55653}" type="presParOf" srcId="{26EA9667-9259-4784-AC50-3911A8112654}" destId="{BEDB189C-6B6A-4681-B72E-723200BC73D0}" srcOrd="4" destOrd="0" presId="urn:microsoft.com/office/officeart/2005/8/layout/hProcess4"/>
    <dgm:cxn modelId="{CD7832E3-67BA-4DC3-B33E-67F88C4321D4}" type="presParOf" srcId="{9DCC0799-4A54-4850-96F9-9E8790D4CA67}" destId="{1A9A4AD8-85A5-4A93-8004-D571409968C1}" srcOrd="1" destOrd="0" presId="urn:microsoft.com/office/officeart/2005/8/layout/hProcess4"/>
    <dgm:cxn modelId="{820EAEA4-483A-43E0-81CD-9BB59E19A405}" type="presParOf" srcId="{9DCC0799-4A54-4850-96F9-9E8790D4CA67}" destId="{2190D28D-B0D0-4BBC-B73B-CB1C994CFCA2}" srcOrd="2" destOrd="0" presId="urn:microsoft.com/office/officeart/2005/8/layout/hProcess4"/>
    <dgm:cxn modelId="{7FEBD78C-F917-4B71-9573-491881DB0C91}" type="presParOf" srcId="{2190D28D-B0D0-4BBC-B73B-CB1C994CFCA2}" destId="{9405C099-0578-4635-84E0-938BF37C407B}" srcOrd="0" destOrd="0" presId="urn:microsoft.com/office/officeart/2005/8/layout/hProcess4"/>
    <dgm:cxn modelId="{7C4B3CC3-0737-4AF9-A0ED-30E67A1D94C8}" type="presParOf" srcId="{2190D28D-B0D0-4BBC-B73B-CB1C994CFCA2}" destId="{DAA495B7-B486-42F6-9B53-74D75D43500E}" srcOrd="1" destOrd="0" presId="urn:microsoft.com/office/officeart/2005/8/layout/hProcess4"/>
    <dgm:cxn modelId="{DA3D00C9-083A-42D5-B653-D43A00BC0A45}" type="presParOf" srcId="{2190D28D-B0D0-4BBC-B73B-CB1C994CFCA2}" destId="{DDB68CA0-BE94-4307-B265-07EB186A99EA}" srcOrd="2" destOrd="0" presId="urn:microsoft.com/office/officeart/2005/8/layout/hProcess4"/>
    <dgm:cxn modelId="{F64275F1-5079-419C-AA39-171833FDE853}" type="presParOf" srcId="{2190D28D-B0D0-4BBC-B73B-CB1C994CFCA2}" destId="{E3A53D26-E7D7-418B-9B2C-05203876FC67}" srcOrd="3" destOrd="0" presId="urn:microsoft.com/office/officeart/2005/8/layout/hProcess4"/>
    <dgm:cxn modelId="{041A0F3C-63E1-47E5-9786-D95CE037730A}" type="presParOf" srcId="{2190D28D-B0D0-4BBC-B73B-CB1C994CFCA2}" destId="{151249AD-D110-4FB9-9501-00AD14E275B3}" srcOrd="4" destOrd="0" presId="urn:microsoft.com/office/officeart/2005/8/layout/hProcess4"/>
    <dgm:cxn modelId="{6682A784-CCC9-4828-AF83-597937032990}" type="presParOf" srcId="{9DCC0799-4A54-4850-96F9-9E8790D4CA67}" destId="{2C7C1ED0-5D09-4563-BBA5-1BCF6B0C69C4}" srcOrd="3" destOrd="0" presId="urn:microsoft.com/office/officeart/2005/8/layout/hProcess4"/>
    <dgm:cxn modelId="{EB85B561-5AE2-4234-A730-4B3E4C0F5BA6}" type="presParOf" srcId="{9DCC0799-4A54-4850-96F9-9E8790D4CA67}" destId="{9D7D919F-B2E7-40F3-A6F3-3D746EC95FED}" srcOrd="4" destOrd="0" presId="urn:microsoft.com/office/officeart/2005/8/layout/hProcess4"/>
    <dgm:cxn modelId="{D664F830-B204-4B17-B692-E237793F9863}" type="presParOf" srcId="{9D7D919F-B2E7-40F3-A6F3-3D746EC95FED}" destId="{263D0AC8-31EE-4664-BBB5-FFD941C18126}" srcOrd="0" destOrd="0" presId="urn:microsoft.com/office/officeart/2005/8/layout/hProcess4"/>
    <dgm:cxn modelId="{434E8D6E-10B6-4C13-A4C0-8635E7B0C466}" type="presParOf" srcId="{9D7D919F-B2E7-40F3-A6F3-3D746EC95FED}" destId="{600EC2CA-A364-4BFE-A664-3736D8DE5CC8}" srcOrd="1" destOrd="0" presId="urn:microsoft.com/office/officeart/2005/8/layout/hProcess4"/>
    <dgm:cxn modelId="{9F475469-3D11-418A-A2DB-0122E9E1C377}" type="presParOf" srcId="{9D7D919F-B2E7-40F3-A6F3-3D746EC95FED}" destId="{18187C53-7A02-41A8-B2EE-B58D16881D6A}" srcOrd="2" destOrd="0" presId="urn:microsoft.com/office/officeart/2005/8/layout/hProcess4"/>
    <dgm:cxn modelId="{4263AA46-1BD2-4237-AE0B-34DE26AE55F6}" type="presParOf" srcId="{9D7D919F-B2E7-40F3-A6F3-3D746EC95FED}" destId="{A20827B3-38E4-4B8E-AA1D-F5EAA89DFEF4}" srcOrd="3" destOrd="0" presId="urn:microsoft.com/office/officeart/2005/8/layout/hProcess4"/>
    <dgm:cxn modelId="{AF778708-0AFE-4EB8-A305-32CD221571B0}" type="presParOf" srcId="{9D7D919F-B2E7-40F3-A6F3-3D746EC95FED}" destId="{F743CFC4-601D-4F2B-A807-DF284854522A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2382C6-43F9-4C75-A059-6247DB0C2097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B5AFF1C-BEC8-4DD6-9846-4631E5D3188D}">
      <dgm:prSet phldrT="[Texto]"/>
      <dgm:spPr/>
      <dgm:t>
        <a:bodyPr/>
        <a:lstStyle/>
        <a:p>
          <a:r>
            <a:rPr lang="pt-BR" dirty="0"/>
            <a:t>Supervisora do Departamento</a:t>
          </a:r>
        </a:p>
      </dgm:t>
    </dgm:pt>
    <dgm:pt modelId="{B0A1D6DC-B883-4F80-A48B-FA32E6B40F1D}" type="parTrans" cxnId="{BDF7B9BD-EA4A-457C-834B-625DA92C0B39}">
      <dgm:prSet/>
      <dgm:spPr/>
      <dgm:t>
        <a:bodyPr/>
        <a:lstStyle/>
        <a:p>
          <a:endParaRPr lang="pt-BR"/>
        </a:p>
      </dgm:t>
    </dgm:pt>
    <dgm:pt modelId="{5ABA1E39-BBF0-4088-A45E-572B6208D625}" type="sibTrans" cxnId="{BDF7B9BD-EA4A-457C-834B-625DA92C0B39}">
      <dgm:prSet/>
      <dgm:spPr/>
      <dgm:t>
        <a:bodyPr/>
        <a:lstStyle/>
        <a:p>
          <a:r>
            <a:rPr lang="pt-BR" dirty="0"/>
            <a:t>Mardjory</a:t>
          </a:r>
        </a:p>
      </dgm:t>
    </dgm:pt>
    <dgm:pt modelId="{95FAD066-7EEC-402A-B57E-BB6B9053FA63}">
      <dgm:prSet phldrT="[Texto]"/>
      <dgm:spPr/>
      <dgm:t>
        <a:bodyPr/>
        <a:lstStyle/>
        <a:p>
          <a:r>
            <a:rPr lang="pt-BR" dirty="0"/>
            <a:t>Recepcionista CLT</a:t>
          </a:r>
        </a:p>
      </dgm:t>
    </dgm:pt>
    <dgm:pt modelId="{3050B4F0-8908-4194-BCBD-EC22C9ED2912}" type="parTrans" cxnId="{F46F2148-047B-4152-B22D-3795F0D409B0}">
      <dgm:prSet/>
      <dgm:spPr/>
      <dgm:t>
        <a:bodyPr/>
        <a:lstStyle/>
        <a:p>
          <a:endParaRPr lang="pt-BR"/>
        </a:p>
      </dgm:t>
    </dgm:pt>
    <dgm:pt modelId="{32B7C105-A080-4570-BB38-8D1A51C8F998}" type="sibTrans" cxnId="{F46F2148-047B-4152-B22D-3795F0D409B0}">
      <dgm:prSet/>
      <dgm:spPr/>
      <dgm:t>
        <a:bodyPr/>
        <a:lstStyle/>
        <a:p>
          <a:r>
            <a:rPr lang="pt-BR" dirty="0"/>
            <a:t>Marcela</a:t>
          </a:r>
        </a:p>
      </dgm:t>
    </dgm:pt>
    <dgm:pt modelId="{EB3539AF-521B-4A1B-8540-501DFEB0093D}">
      <dgm:prSet phldrT="[Texto]"/>
      <dgm:spPr/>
      <dgm:t>
        <a:bodyPr/>
        <a:lstStyle/>
        <a:p>
          <a:r>
            <a:rPr lang="pt-BR" dirty="0"/>
            <a:t>Recepcionista Estagiário</a:t>
          </a:r>
        </a:p>
      </dgm:t>
    </dgm:pt>
    <dgm:pt modelId="{73FFBB72-FC09-41CB-8599-8A4CDF6F6F02}" type="parTrans" cxnId="{2D586FB3-F249-46B9-9014-8C11414D9BC2}">
      <dgm:prSet/>
      <dgm:spPr/>
      <dgm:t>
        <a:bodyPr/>
        <a:lstStyle/>
        <a:p>
          <a:endParaRPr lang="pt-BR"/>
        </a:p>
      </dgm:t>
    </dgm:pt>
    <dgm:pt modelId="{B22022EB-1A85-41BD-8F33-4CB40D37078E}" type="sibTrans" cxnId="{2D586FB3-F249-46B9-9014-8C11414D9BC2}">
      <dgm:prSet/>
      <dgm:spPr/>
      <dgm:t>
        <a:bodyPr/>
        <a:lstStyle/>
        <a:p>
          <a:r>
            <a:rPr lang="pt-BR" dirty="0"/>
            <a:t>Larissa</a:t>
          </a:r>
        </a:p>
      </dgm:t>
    </dgm:pt>
    <dgm:pt modelId="{7C4C78C9-0468-4293-8A9F-9559655B666E}">
      <dgm:prSet phldrT="[Texto]"/>
      <dgm:spPr/>
      <dgm:t>
        <a:bodyPr/>
        <a:lstStyle/>
        <a:p>
          <a:r>
            <a:rPr lang="pt-BR" dirty="0"/>
            <a:t>Recepcionista CLT</a:t>
          </a:r>
        </a:p>
      </dgm:t>
    </dgm:pt>
    <dgm:pt modelId="{C5470EF1-AA34-47D0-8ECF-BB328385C29D}" type="parTrans" cxnId="{5F8B7E2B-F6EF-4868-A784-684DA5044FAD}">
      <dgm:prSet/>
      <dgm:spPr/>
      <dgm:t>
        <a:bodyPr/>
        <a:lstStyle/>
        <a:p>
          <a:endParaRPr lang="pt-BR"/>
        </a:p>
      </dgm:t>
    </dgm:pt>
    <dgm:pt modelId="{DFE10117-2A0C-4427-8FCC-F52753B6BF93}" type="sibTrans" cxnId="{5F8B7E2B-F6EF-4868-A784-684DA5044FAD}">
      <dgm:prSet/>
      <dgm:spPr/>
      <dgm:t>
        <a:bodyPr/>
        <a:lstStyle/>
        <a:p>
          <a:r>
            <a:rPr lang="pt-BR" dirty="0"/>
            <a:t>Rafael</a:t>
          </a:r>
        </a:p>
      </dgm:t>
    </dgm:pt>
    <dgm:pt modelId="{CE15D69F-8C71-4EF7-A017-F72B62D9B922}">
      <dgm:prSet phldrT="[Texto]"/>
      <dgm:spPr/>
      <dgm:t>
        <a:bodyPr/>
        <a:lstStyle/>
        <a:p>
          <a:r>
            <a:rPr lang="pt-BR" dirty="0"/>
            <a:t>SAC  Estagiaria</a:t>
          </a:r>
        </a:p>
      </dgm:t>
    </dgm:pt>
    <dgm:pt modelId="{E161BD96-3A26-4B48-82D9-5FAECEAA8925}" type="parTrans" cxnId="{B4182FB6-8293-4847-B595-E030F383D52D}">
      <dgm:prSet/>
      <dgm:spPr/>
      <dgm:t>
        <a:bodyPr/>
        <a:lstStyle/>
        <a:p>
          <a:endParaRPr lang="pt-BR"/>
        </a:p>
      </dgm:t>
    </dgm:pt>
    <dgm:pt modelId="{7600C98B-A874-4238-9EF6-DD9006090B12}" type="sibTrans" cxnId="{B4182FB6-8293-4847-B595-E030F383D52D}">
      <dgm:prSet/>
      <dgm:spPr/>
      <dgm:t>
        <a:bodyPr/>
        <a:lstStyle/>
        <a:p>
          <a:r>
            <a:rPr lang="pt-BR" dirty="0" err="1"/>
            <a:t>Jaine</a:t>
          </a:r>
          <a:endParaRPr lang="pt-BR" dirty="0"/>
        </a:p>
      </dgm:t>
    </dgm:pt>
    <dgm:pt modelId="{0005CFDA-03DD-4814-9853-E6F2F35186CA}" type="pres">
      <dgm:prSet presAssocID="{552382C6-43F9-4C75-A059-6247DB0C209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989A041-DAD5-42CA-8DAC-252E4FE3835E}" type="pres">
      <dgm:prSet presAssocID="{5B5AFF1C-BEC8-4DD6-9846-4631E5D3188D}" presName="hierRoot1" presStyleCnt="0">
        <dgm:presLayoutVars>
          <dgm:hierBranch val="init"/>
        </dgm:presLayoutVars>
      </dgm:prSet>
      <dgm:spPr/>
    </dgm:pt>
    <dgm:pt modelId="{CEAD672D-773B-436E-9E61-B87E28A5FAC8}" type="pres">
      <dgm:prSet presAssocID="{5B5AFF1C-BEC8-4DD6-9846-4631E5D3188D}" presName="rootComposite1" presStyleCnt="0"/>
      <dgm:spPr/>
    </dgm:pt>
    <dgm:pt modelId="{27387B34-7EAD-4434-B8DB-D519229B6807}" type="pres">
      <dgm:prSet presAssocID="{5B5AFF1C-BEC8-4DD6-9846-4631E5D3188D}" presName="rootText1" presStyleLbl="node0" presStyleIdx="0" presStyleCnt="1">
        <dgm:presLayoutVars>
          <dgm:chMax/>
          <dgm:chPref val="3"/>
        </dgm:presLayoutVars>
      </dgm:prSet>
      <dgm:spPr/>
    </dgm:pt>
    <dgm:pt modelId="{3B9705D8-5FF7-401E-A76F-9BEFB9E12851}" type="pres">
      <dgm:prSet presAssocID="{5B5AFF1C-BEC8-4DD6-9846-4631E5D3188D}" presName="titleText1" presStyleLbl="fgAcc0" presStyleIdx="0" presStyleCnt="1">
        <dgm:presLayoutVars>
          <dgm:chMax val="0"/>
          <dgm:chPref val="0"/>
        </dgm:presLayoutVars>
      </dgm:prSet>
      <dgm:spPr/>
    </dgm:pt>
    <dgm:pt modelId="{4AFADCBC-6F77-4492-A5D7-E0D13837BB9E}" type="pres">
      <dgm:prSet presAssocID="{5B5AFF1C-BEC8-4DD6-9846-4631E5D3188D}" presName="rootConnector1" presStyleLbl="node1" presStyleIdx="0" presStyleCnt="4"/>
      <dgm:spPr/>
    </dgm:pt>
    <dgm:pt modelId="{09DDE562-D12E-417A-8004-FCC8D53D4FB8}" type="pres">
      <dgm:prSet presAssocID="{5B5AFF1C-BEC8-4DD6-9846-4631E5D3188D}" presName="hierChild2" presStyleCnt="0"/>
      <dgm:spPr/>
    </dgm:pt>
    <dgm:pt modelId="{FFC32E61-5221-4F6D-A19A-36D6021797FA}" type="pres">
      <dgm:prSet presAssocID="{3050B4F0-8908-4194-BCBD-EC22C9ED2912}" presName="Name37" presStyleLbl="parChTrans1D2" presStyleIdx="0" presStyleCnt="4"/>
      <dgm:spPr/>
    </dgm:pt>
    <dgm:pt modelId="{477687C4-ED4C-4E36-9CCC-9EFF77BA876C}" type="pres">
      <dgm:prSet presAssocID="{95FAD066-7EEC-402A-B57E-BB6B9053FA63}" presName="hierRoot2" presStyleCnt="0">
        <dgm:presLayoutVars>
          <dgm:hierBranch val="init"/>
        </dgm:presLayoutVars>
      </dgm:prSet>
      <dgm:spPr/>
    </dgm:pt>
    <dgm:pt modelId="{EE63A651-B376-4477-B1C6-97AC5A5550B7}" type="pres">
      <dgm:prSet presAssocID="{95FAD066-7EEC-402A-B57E-BB6B9053FA63}" presName="rootComposite" presStyleCnt="0"/>
      <dgm:spPr/>
    </dgm:pt>
    <dgm:pt modelId="{A7891D84-93C6-4462-8DBD-DB7A96AC582B}" type="pres">
      <dgm:prSet presAssocID="{95FAD066-7EEC-402A-B57E-BB6B9053FA63}" presName="rootText" presStyleLbl="node1" presStyleIdx="0" presStyleCnt="4">
        <dgm:presLayoutVars>
          <dgm:chMax/>
          <dgm:chPref val="3"/>
        </dgm:presLayoutVars>
      </dgm:prSet>
      <dgm:spPr/>
    </dgm:pt>
    <dgm:pt modelId="{D79DFD6A-5B76-4C4C-8BEB-397C182A5904}" type="pres">
      <dgm:prSet presAssocID="{95FAD066-7EEC-402A-B57E-BB6B9053FA63}" presName="titleText2" presStyleLbl="fgAcc1" presStyleIdx="0" presStyleCnt="4">
        <dgm:presLayoutVars>
          <dgm:chMax val="0"/>
          <dgm:chPref val="0"/>
        </dgm:presLayoutVars>
      </dgm:prSet>
      <dgm:spPr/>
    </dgm:pt>
    <dgm:pt modelId="{91920066-3A50-4BB1-A5F2-BF157F71210E}" type="pres">
      <dgm:prSet presAssocID="{95FAD066-7EEC-402A-B57E-BB6B9053FA63}" presName="rootConnector" presStyleLbl="node2" presStyleIdx="0" presStyleCnt="0"/>
      <dgm:spPr/>
    </dgm:pt>
    <dgm:pt modelId="{7F774B40-C461-48DB-B436-05678874ED1E}" type="pres">
      <dgm:prSet presAssocID="{95FAD066-7EEC-402A-B57E-BB6B9053FA63}" presName="hierChild4" presStyleCnt="0"/>
      <dgm:spPr/>
    </dgm:pt>
    <dgm:pt modelId="{F95FBFD5-05C2-4551-9FFA-AFF8A164D826}" type="pres">
      <dgm:prSet presAssocID="{95FAD066-7EEC-402A-B57E-BB6B9053FA63}" presName="hierChild5" presStyleCnt="0"/>
      <dgm:spPr/>
    </dgm:pt>
    <dgm:pt modelId="{5C9773ED-14B7-4C83-B476-804C7FAF1C35}" type="pres">
      <dgm:prSet presAssocID="{73FFBB72-FC09-41CB-8599-8A4CDF6F6F02}" presName="Name37" presStyleLbl="parChTrans1D2" presStyleIdx="1" presStyleCnt="4"/>
      <dgm:spPr/>
    </dgm:pt>
    <dgm:pt modelId="{C100C22C-36AA-43AA-B526-35330248C7BB}" type="pres">
      <dgm:prSet presAssocID="{EB3539AF-521B-4A1B-8540-501DFEB0093D}" presName="hierRoot2" presStyleCnt="0">
        <dgm:presLayoutVars>
          <dgm:hierBranch val="init"/>
        </dgm:presLayoutVars>
      </dgm:prSet>
      <dgm:spPr/>
    </dgm:pt>
    <dgm:pt modelId="{E62ACA15-FE88-45EA-A195-50C98C2140CC}" type="pres">
      <dgm:prSet presAssocID="{EB3539AF-521B-4A1B-8540-501DFEB0093D}" presName="rootComposite" presStyleCnt="0"/>
      <dgm:spPr/>
    </dgm:pt>
    <dgm:pt modelId="{823A3348-216E-4952-A749-4EE34A9C8ADB}" type="pres">
      <dgm:prSet presAssocID="{EB3539AF-521B-4A1B-8540-501DFEB0093D}" presName="rootText" presStyleLbl="node1" presStyleIdx="1" presStyleCnt="4">
        <dgm:presLayoutVars>
          <dgm:chMax/>
          <dgm:chPref val="3"/>
        </dgm:presLayoutVars>
      </dgm:prSet>
      <dgm:spPr/>
    </dgm:pt>
    <dgm:pt modelId="{23354C62-11CC-46AD-986A-F4C656514FD1}" type="pres">
      <dgm:prSet presAssocID="{EB3539AF-521B-4A1B-8540-501DFEB0093D}" presName="titleText2" presStyleLbl="fgAcc1" presStyleIdx="1" presStyleCnt="4">
        <dgm:presLayoutVars>
          <dgm:chMax val="0"/>
          <dgm:chPref val="0"/>
        </dgm:presLayoutVars>
      </dgm:prSet>
      <dgm:spPr/>
    </dgm:pt>
    <dgm:pt modelId="{84B40F31-674F-4D1B-9F85-C7647DF3CC2D}" type="pres">
      <dgm:prSet presAssocID="{EB3539AF-521B-4A1B-8540-501DFEB0093D}" presName="rootConnector" presStyleLbl="node2" presStyleIdx="0" presStyleCnt="0"/>
      <dgm:spPr/>
    </dgm:pt>
    <dgm:pt modelId="{DA37EA82-6CE6-4DD3-B3FB-A36B366649F7}" type="pres">
      <dgm:prSet presAssocID="{EB3539AF-521B-4A1B-8540-501DFEB0093D}" presName="hierChild4" presStyleCnt="0"/>
      <dgm:spPr/>
    </dgm:pt>
    <dgm:pt modelId="{9F6992D6-E6B2-4D37-BC7D-7F94C003D607}" type="pres">
      <dgm:prSet presAssocID="{EB3539AF-521B-4A1B-8540-501DFEB0093D}" presName="hierChild5" presStyleCnt="0"/>
      <dgm:spPr/>
    </dgm:pt>
    <dgm:pt modelId="{2B544A26-9EBF-4713-BB52-50C951BD662D}" type="pres">
      <dgm:prSet presAssocID="{C5470EF1-AA34-47D0-8ECF-BB328385C29D}" presName="Name37" presStyleLbl="parChTrans1D2" presStyleIdx="2" presStyleCnt="4"/>
      <dgm:spPr/>
    </dgm:pt>
    <dgm:pt modelId="{D0364165-4C24-4917-8436-2F61F6AFDBBD}" type="pres">
      <dgm:prSet presAssocID="{7C4C78C9-0468-4293-8A9F-9559655B666E}" presName="hierRoot2" presStyleCnt="0">
        <dgm:presLayoutVars>
          <dgm:hierBranch val="init"/>
        </dgm:presLayoutVars>
      </dgm:prSet>
      <dgm:spPr/>
    </dgm:pt>
    <dgm:pt modelId="{DB05D11B-A5D6-408C-A664-46C481F11D66}" type="pres">
      <dgm:prSet presAssocID="{7C4C78C9-0468-4293-8A9F-9559655B666E}" presName="rootComposite" presStyleCnt="0"/>
      <dgm:spPr/>
    </dgm:pt>
    <dgm:pt modelId="{4CC2451F-4CCC-42AE-B087-DFDF38F82A63}" type="pres">
      <dgm:prSet presAssocID="{7C4C78C9-0468-4293-8A9F-9559655B666E}" presName="rootText" presStyleLbl="node1" presStyleIdx="2" presStyleCnt="4">
        <dgm:presLayoutVars>
          <dgm:chMax/>
          <dgm:chPref val="3"/>
        </dgm:presLayoutVars>
      </dgm:prSet>
      <dgm:spPr/>
    </dgm:pt>
    <dgm:pt modelId="{A0438D5D-BCC4-4915-9AB5-5F82845E67AA}" type="pres">
      <dgm:prSet presAssocID="{7C4C78C9-0468-4293-8A9F-9559655B666E}" presName="titleText2" presStyleLbl="fgAcc1" presStyleIdx="2" presStyleCnt="4">
        <dgm:presLayoutVars>
          <dgm:chMax val="0"/>
          <dgm:chPref val="0"/>
        </dgm:presLayoutVars>
      </dgm:prSet>
      <dgm:spPr/>
    </dgm:pt>
    <dgm:pt modelId="{438CAFF1-036E-48E6-AAD5-569697B8B3F8}" type="pres">
      <dgm:prSet presAssocID="{7C4C78C9-0468-4293-8A9F-9559655B666E}" presName="rootConnector" presStyleLbl="node2" presStyleIdx="0" presStyleCnt="0"/>
      <dgm:spPr/>
    </dgm:pt>
    <dgm:pt modelId="{ACF243BE-5949-499B-8CC4-0126F2E4018D}" type="pres">
      <dgm:prSet presAssocID="{7C4C78C9-0468-4293-8A9F-9559655B666E}" presName="hierChild4" presStyleCnt="0"/>
      <dgm:spPr/>
    </dgm:pt>
    <dgm:pt modelId="{E66E0835-CFE4-4826-8D4E-30ADC99DF33D}" type="pres">
      <dgm:prSet presAssocID="{7C4C78C9-0468-4293-8A9F-9559655B666E}" presName="hierChild5" presStyleCnt="0"/>
      <dgm:spPr/>
    </dgm:pt>
    <dgm:pt modelId="{3C6FB1A6-DB7C-4286-AB71-FCB0CF10D5CA}" type="pres">
      <dgm:prSet presAssocID="{E161BD96-3A26-4B48-82D9-5FAECEAA8925}" presName="Name37" presStyleLbl="parChTrans1D2" presStyleIdx="3" presStyleCnt="4"/>
      <dgm:spPr/>
    </dgm:pt>
    <dgm:pt modelId="{5B90F850-6CA7-48E1-B22F-4F794F0D33F9}" type="pres">
      <dgm:prSet presAssocID="{CE15D69F-8C71-4EF7-A017-F72B62D9B922}" presName="hierRoot2" presStyleCnt="0">
        <dgm:presLayoutVars>
          <dgm:hierBranch val="init"/>
        </dgm:presLayoutVars>
      </dgm:prSet>
      <dgm:spPr/>
    </dgm:pt>
    <dgm:pt modelId="{FDFA785C-C266-4471-8BE3-928F3A55AEA7}" type="pres">
      <dgm:prSet presAssocID="{CE15D69F-8C71-4EF7-A017-F72B62D9B922}" presName="rootComposite" presStyleCnt="0"/>
      <dgm:spPr/>
    </dgm:pt>
    <dgm:pt modelId="{F819B6AB-9334-4ED5-881C-8B7575F8A391}" type="pres">
      <dgm:prSet presAssocID="{CE15D69F-8C71-4EF7-A017-F72B62D9B922}" presName="rootText" presStyleLbl="node1" presStyleIdx="3" presStyleCnt="4">
        <dgm:presLayoutVars>
          <dgm:chMax/>
          <dgm:chPref val="3"/>
        </dgm:presLayoutVars>
      </dgm:prSet>
      <dgm:spPr/>
    </dgm:pt>
    <dgm:pt modelId="{F5E632C8-467E-4C98-9F41-DA88285C97DC}" type="pres">
      <dgm:prSet presAssocID="{CE15D69F-8C71-4EF7-A017-F72B62D9B922}" presName="titleText2" presStyleLbl="fgAcc1" presStyleIdx="3" presStyleCnt="4">
        <dgm:presLayoutVars>
          <dgm:chMax val="0"/>
          <dgm:chPref val="0"/>
        </dgm:presLayoutVars>
      </dgm:prSet>
      <dgm:spPr/>
    </dgm:pt>
    <dgm:pt modelId="{622042C7-2461-4AEE-BD50-5670142046B4}" type="pres">
      <dgm:prSet presAssocID="{CE15D69F-8C71-4EF7-A017-F72B62D9B922}" presName="rootConnector" presStyleLbl="node2" presStyleIdx="0" presStyleCnt="0"/>
      <dgm:spPr/>
    </dgm:pt>
    <dgm:pt modelId="{6D3E029F-7C63-4F67-8A18-DDAD3CB14F75}" type="pres">
      <dgm:prSet presAssocID="{CE15D69F-8C71-4EF7-A017-F72B62D9B922}" presName="hierChild4" presStyleCnt="0"/>
      <dgm:spPr/>
    </dgm:pt>
    <dgm:pt modelId="{90265008-3138-4C73-83D4-8CDAEB12D89C}" type="pres">
      <dgm:prSet presAssocID="{CE15D69F-8C71-4EF7-A017-F72B62D9B922}" presName="hierChild5" presStyleCnt="0"/>
      <dgm:spPr/>
    </dgm:pt>
    <dgm:pt modelId="{1FEC76D1-36F4-4816-BAF5-B231A6A31B5F}" type="pres">
      <dgm:prSet presAssocID="{5B5AFF1C-BEC8-4DD6-9846-4631E5D3188D}" presName="hierChild3" presStyleCnt="0"/>
      <dgm:spPr/>
    </dgm:pt>
  </dgm:ptLst>
  <dgm:cxnLst>
    <dgm:cxn modelId="{381BC303-A6E5-4BCB-91C1-8A0B53AD8F47}" type="presOf" srcId="{EB3539AF-521B-4A1B-8540-501DFEB0093D}" destId="{84B40F31-674F-4D1B-9F85-C7647DF3CC2D}" srcOrd="1" destOrd="0" presId="urn:microsoft.com/office/officeart/2008/layout/NameandTitleOrganizationalChart"/>
    <dgm:cxn modelId="{173BA309-7BA9-4ECE-8EEF-AAE90211D160}" type="presOf" srcId="{552382C6-43F9-4C75-A059-6247DB0C2097}" destId="{0005CFDA-03DD-4814-9853-E6F2F35186CA}" srcOrd="0" destOrd="0" presId="urn:microsoft.com/office/officeart/2008/layout/NameandTitleOrganizationalChart"/>
    <dgm:cxn modelId="{D20BC00C-50B6-4A51-B70A-BF9FF30069CE}" type="presOf" srcId="{5B5AFF1C-BEC8-4DD6-9846-4631E5D3188D}" destId="{4AFADCBC-6F77-4492-A5D7-E0D13837BB9E}" srcOrd="1" destOrd="0" presId="urn:microsoft.com/office/officeart/2008/layout/NameandTitleOrganizationalChart"/>
    <dgm:cxn modelId="{C0C07D22-1762-425A-BB01-27504BF305F7}" type="presOf" srcId="{CE15D69F-8C71-4EF7-A017-F72B62D9B922}" destId="{F819B6AB-9334-4ED5-881C-8B7575F8A391}" srcOrd="0" destOrd="0" presId="urn:microsoft.com/office/officeart/2008/layout/NameandTitleOrganizationalChart"/>
    <dgm:cxn modelId="{9DFA8B2A-5F2B-4F20-9353-5427A6826439}" type="presOf" srcId="{CE15D69F-8C71-4EF7-A017-F72B62D9B922}" destId="{622042C7-2461-4AEE-BD50-5670142046B4}" srcOrd="1" destOrd="0" presId="urn:microsoft.com/office/officeart/2008/layout/NameandTitleOrganizationalChart"/>
    <dgm:cxn modelId="{5F8B7E2B-F6EF-4868-A784-684DA5044FAD}" srcId="{5B5AFF1C-BEC8-4DD6-9846-4631E5D3188D}" destId="{7C4C78C9-0468-4293-8A9F-9559655B666E}" srcOrd="2" destOrd="0" parTransId="{C5470EF1-AA34-47D0-8ECF-BB328385C29D}" sibTransId="{DFE10117-2A0C-4427-8FCC-F52753B6BF93}"/>
    <dgm:cxn modelId="{F3E03034-EF05-4235-B537-F706EE6E1069}" type="presOf" srcId="{5ABA1E39-BBF0-4088-A45E-572B6208D625}" destId="{3B9705D8-5FF7-401E-A76F-9BEFB9E12851}" srcOrd="0" destOrd="0" presId="urn:microsoft.com/office/officeart/2008/layout/NameandTitleOrganizationalChart"/>
    <dgm:cxn modelId="{B2EC595B-DCE7-40F1-B5AB-AB919236FE23}" type="presOf" srcId="{B22022EB-1A85-41BD-8F33-4CB40D37078E}" destId="{23354C62-11CC-46AD-986A-F4C656514FD1}" srcOrd="0" destOrd="0" presId="urn:microsoft.com/office/officeart/2008/layout/NameandTitleOrganizationalChart"/>
    <dgm:cxn modelId="{A211FF63-F050-4489-8A96-7737010AEE39}" type="presOf" srcId="{95FAD066-7EEC-402A-B57E-BB6B9053FA63}" destId="{A7891D84-93C6-4462-8DBD-DB7A96AC582B}" srcOrd="0" destOrd="0" presId="urn:microsoft.com/office/officeart/2008/layout/NameandTitleOrganizationalChart"/>
    <dgm:cxn modelId="{F46F2148-047B-4152-B22D-3795F0D409B0}" srcId="{5B5AFF1C-BEC8-4DD6-9846-4631E5D3188D}" destId="{95FAD066-7EEC-402A-B57E-BB6B9053FA63}" srcOrd="0" destOrd="0" parTransId="{3050B4F0-8908-4194-BCBD-EC22C9ED2912}" sibTransId="{32B7C105-A080-4570-BB38-8D1A51C8F998}"/>
    <dgm:cxn modelId="{15854D68-DB02-4464-82CF-41E20633A760}" type="presOf" srcId="{EB3539AF-521B-4A1B-8540-501DFEB0093D}" destId="{823A3348-216E-4952-A749-4EE34A9C8ADB}" srcOrd="0" destOrd="0" presId="urn:microsoft.com/office/officeart/2008/layout/NameandTitleOrganizationalChart"/>
    <dgm:cxn modelId="{754B1D71-9652-4E2F-AB1E-4E42029EEDB7}" type="presOf" srcId="{7600C98B-A874-4238-9EF6-DD9006090B12}" destId="{F5E632C8-467E-4C98-9F41-DA88285C97DC}" srcOrd="0" destOrd="0" presId="urn:microsoft.com/office/officeart/2008/layout/NameandTitleOrganizationalChart"/>
    <dgm:cxn modelId="{29E67456-7BD6-493D-8E7D-C49992A95AE1}" type="presOf" srcId="{32B7C105-A080-4570-BB38-8D1A51C8F998}" destId="{D79DFD6A-5B76-4C4C-8BEB-397C182A5904}" srcOrd="0" destOrd="0" presId="urn:microsoft.com/office/officeart/2008/layout/NameandTitleOrganizationalChart"/>
    <dgm:cxn modelId="{6E041D8A-0AD5-4A66-8124-EFFCF27C560D}" type="presOf" srcId="{73FFBB72-FC09-41CB-8599-8A4CDF6F6F02}" destId="{5C9773ED-14B7-4C83-B476-804C7FAF1C35}" srcOrd="0" destOrd="0" presId="urn:microsoft.com/office/officeart/2008/layout/NameandTitleOrganizationalChart"/>
    <dgm:cxn modelId="{5E172A9D-41E6-4E7B-970A-2B2DD026DC98}" type="presOf" srcId="{95FAD066-7EEC-402A-B57E-BB6B9053FA63}" destId="{91920066-3A50-4BB1-A5F2-BF157F71210E}" srcOrd="1" destOrd="0" presId="urn:microsoft.com/office/officeart/2008/layout/NameandTitleOrganizationalChart"/>
    <dgm:cxn modelId="{A31515A2-9178-4A45-B20E-575BE45FAD93}" type="presOf" srcId="{5B5AFF1C-BEC8-4DD6-9846-4631E5D3188D}" destId="{27387B34-7EAD-4434-B8DB-D519229B6807}" srcOrd="0" destOrd="0" presId="urn:microsoft.com/office/officeart/2008/layout/NameandTitleOrganizationalChart"/>
    <dgm:cxn modelId="{3BD996B1-0BFC-4459-B059-EB2AF7CAC074}" type="presOf" srcId="{DFE10117-2A0C-4427-8FCC-F52753B6BF93}" destId="{A0438D5D-BCC4-4915-9AB5-5F82845E67AA}" srcOrd="0" destOrd="0" presId="urn:microsoft.com/office/officeart/2008/layout/NameandTitleOrganizationalChart"/>
    <dgm:cxn modelId="{2D586FB3-F249-46B9-9014-8C11414D9BC2}" srcId="{5B5AFF1C-BEC8-4DD6-9846-4631E5D3188D}" destId="{EB3539AF-521B-4A1B-8540-501DFEB0093D}" srcOrd="1" destOrd="0" parTransId="{73FFBB72-FC09-41CB-8599-8A4CDF6F6F02}" sibTransId="{B22022EB-1A85-41BD-8F33-4CB40D37078E}"/>
    <dgm:cxn modelId="{94144BB5-F94C-4B3F-A4D6-FFE4AFC1DB3A}" type="presOf" srcId="{7C4C78C9-0468-4293-8A9F-9559655B666E}" destId="{4CC2451F-4CCC-42AE-B087-DFDF38F82A63}" srcOrd="0" destOrd="0" presId="urn:microsoft.com/office/officeart/2008/layout/NameandTitleOrganizationalChart"/>
    <dgm:cxn modelId="{B4182FB6-8293-4847-B595-E030F383D52D}" srcId="{5B5AFF1C-BEC8-4DD6-9846-4631E5D3188D}" destId="{CE15D69F-8C71-4EF7-A017-F72B62D9B922}" srcOrd="3" destOrd="0" parTransId="{E161BD96-3A26-4B48-82D9-5FAECEAA8925}" sibTransId="{7600C98B-A874-4238-9EF6-DD9006090B12}"/>
    <dgm:cxn modelId="{BDF7B9BD-EA4A-457C-834B-625DA92C0B39}" srcId="{552382C6-43F9-4C75-A059-6247DB0C2097}" destId="{5B5AFF1C-BEC8-4DD6-9846-4631E5D3188D}" srcOrd="0" destOrd="0" parTransId="{B0A1D6DC-B883-4F80-A48B-FA32E6B40F1D}" sibTransId="{5ABA1E39-BBF0-4088-A45E-572B6208D625}"/>
    <dgm:cxn modelId="{58C726CB-C1B5-4B03-9A84-1F7B05C78642}" type="presOf" srcId="{C5470EF1-AA34-47D0-8ECF-BB328385C29D}" destId="{2B544A26-9EBF-4713-BB52-50C951BD662D}" srcOrd="0" destOrd="0" presId="urn:microsoft.com/office/officeart/2008/layout/NameandTitleOrganizationalChart"/>
    <dgm:cxn modelId="{BD50E9CF-AF75-4352-BABD-FDEA978A7F9C}" type="presOf" srcId="{E161BD96-3A26-4B48-82D9-5FAECEAA8925}" destId="{3C6FB1A6-DB7C-4286-AB71-FCB0CF10D5CA}" srcOrd="0" destOrd="0" presId="urn:microsoft.com/office/officeart/2008/layout/NameandTitleOrganizationalChart"/>
    <dgm:cxn modelId="{B0DE7CD3-26D8-4019-BD95-B57C1259D881}" type="presOf" srcId="{7C4C78C9-0468-4293-8A9F-9559655B666E}" destId="{438CAFF1-036E-48E6-AAD5-569697B8B3F8}" srcOrd="1" destOrd="0" presId="urn:microsoft.com/office/officeart/2008/layout/NameandTitleOrganizationalChart"/>
    <dgm:cxn modelId="{CD959BF0-566A-417E-B198-4695C16C5241}" type="presOf" srcId="{3050B4F0-8908-4194-BCBD-EC22C9ED2912}" destId="{FFC32E61-5221-4F6D-A19A-36D6021797FA}" srcOrd="0" destOrd="0" presId="urn:microsoft.com/office/officeart/2008/layout/NameandTitleOrganizationalChart"/>
    <dgm:cxn modelId="{7C5E3E53-81FD-4312-9C93-B44EE444964F}" type="presParOf" srcId="{0005CFDA-03DD-4814-9853-E6F2F35186CA}" destId="{1989A041-DAD5-42CA-8DAC-252E4FE3835E}" srcOrd="0" destOrd="0" presId="urn:microsoft.com/office/officeart/2008/layout/NameandTitleOrganizationalChart"/>
    <dgm:cxn modelId="{70BF8F7A-87FF-4D70-AF1F-E87CD9D1DD03}" type="presParOf" srcId="{1989A041-DAD5-42CA-8DAC-252E4FE3835E}" destId="{CEAD672D-773B-436E-9E61-B87E28A5FAC8}" srcOrd="0" destOrd="0" presId="urn:microsoft.com/office/officeart/2008/layout/NameandTitleOrganizationalChart"/>
    <dgm:cxn modelId="{CB2A5339-CA1A-4F4A-A6B6-A492730C6B91}" type="presParOf" srcId="{CEAD672D-773B-436E-9E61-B87E28A5FAC8}" destId="{27387B34-7EAD-4434-B8DB-D519229B6807}" srcOrd="0" destOrd="0" presId="urn:microsoft.com/office/officeart/2008/layout/NameandTitleOrganizationalChart"/>
    <dgm:cxn modelId="{C98879CD-9018-440E-B476-82EA08DD1642}" type="presParOf" srcId="{CEAD672D-773B-436E-9E61-B87E28A5FAC8}" destId="{3B9705D8-5FF7-401E-A76F-9BEFB9E12851}" srcOrd="1" destOrd="0" presId="urn:microsoft.com/office/officeart/2008/layout/NameandTitleOrganizationalChart"/>
    <dgm:cxn modelId="{E83970E5-287E-4AB6-B199-50DCD62CFB04}" type="presParOf" srcId="{CEAD672D-773B-436E-9E61-B87E28A5FAC8}" destId="{4AFADCBC-6F77-4492-A5D7-E0D13837BB9E}" srcOrd="2" destOrd="0" presId="urn:microsoft.com/office/officeart/2008/layout/NameandTitleOrganizationalChart"/>
    <dgm:cxn modelId="{FE255BAF-F411-4173-852D-B7606DEB3A8C}" type="presParOf" srcId="{1989A041-DAD5-42CA-8DAC-252E4FE3835E}" destId="{09DDE562-D12E-417A-8004-FCC8D53D4FB8}" srcOrd="1" destOrd="0" presId="urn:microsoft.com/office/officeart/2008/layout/NameandTitleOrganizationalChart"/>
    <dgm:cxn modelId="{530DB411-9944-4520-8330-28B8376A3865}" type="presParOf" srcId="{09DDE562-D12E-417A-8004-FCC8D53D4FB8}" destId="{FFC32E61-5221-4F6D-A19A-36D6021797FA}" srcOrd="0" destOrd="0" presId="urn:microsoft.com/office/officeart/2008/layout/NameandTitleOrganizationalChart"/>
    <dgm:cxn modelId="{4AB493D9-AD17-4E74-A898-FAA5718F7CC0}" type="presParOf" srcId="{09DDE562-D12E-417A-8004-FCC8D53D4FB8}" destId="{477687C4-ED4C-4E36-9CCC-9EFF77BA876C}" srcOrd="1" destOrd="0" presId="urn:microsoft.com/office/officeart/2008/layout/NameandTitleOrganizationalChart"/>
    <dgm:cxn modelId="{CE769524-6F41-47FB-A11F-A39C4B8E127B}" type="presParOf" srcId="{477687C4-ED4C-4E36-9CCC-9EFF77BA876C}" destId="{EE63A651-B376-4477-B1C6-97AC5A5550B7}" srcOrd="0" destOrd="0" presId="urn:microsoft.com/office/officeart/2008/layout/NameandTitleOrganizationalChart"/>
    <dgm:cxn modelId="{B949EEEA-FBD6-408E-A453-7393456DF561}" type="presParOf" srcId="{EE63A651-B376-4477-B1C6-97AC5A5550B7}" destId="{A7891D84-93C6-4462-8DBD-DB7A96AC582B}" srcOrd="0" destOrd="0" presId="urn:microsoft.com/office/officeart/2008/layout/NameandTitleOrganizationalChart"/>
    <dgm:cxn modelId="{6439E98A-4E40-4A47-BFB5-37F24AA93780}" type="presParOf" srcId="{EE63A651-B376-4477-B1C6-97AC5A5550B7}" destId="{D79DFD6A-5B76-4C4C-8BEB-397C182A5904}" srcOrd="1" destOrd="0" presId="urn:microsoft.com/office/officeart/2008/layout/NameandTitleOrganizationalChart"/>
    <dgm:cxn modelId="{7A068D9D-127D-42B7-90F7-DF22209F9E37}" type="presParOf" srcId="{EE63A651-B376-4477-B1C6-97AC5A5550B7}" destId="{91920066-3A50-4BB1-A5F2-BF157F71210E}" srcOrd="2" destOrd="0" presId="urn:microsoft.com/office/officeart/2008/layout/NameandTitleOrganizationalChart"/>
    <dgm:cxn modelId="{3AC89185-8AD5-4DE1-A857-A0F8728BFE70}" type="presParOf" srcId="{477687C4-ED4C-4E36-9CCC-9EFF77BA876C}" destId="{7F774B40-C461-48DB-B436-05678874ED1E}" srcOrd="1" destOrd="0" presId="urn:microsoft.com/office/officeart/2008/layout/NameandTitleOrganizationalChart"/>
    <dgm:cxn modelId="{2D9B99DA-280A-44C0-83F5-7E51D3202A58}" type="presParOf" srcId="{477687C4-ED4C-4E36-9CCC-9EFF77BA876C}" destId="{F95FBFD5-05C2-4551-9FFA-AFF8A164D826}" srcOrd="2" destOrd="0" presId="urn:microsoft.com/office/officeart/2008/layout/NameandTitleOrganizationalChart"/>
    <dgm:cxn modelId="{4DDD05CD-1C13-48B5-AAEB-7E1BAE43B389}" type="presParOf" srcId="{09DDE562-D12E-417A-8004-FCC8D53D4FB8}" destId="{5C9773ED-14B7-4C83-B476-804C7FAF1C35}" srcOrd="2" destOrd="0" presId="urn:microsoft.com/office/officeart/2008/layout/NameandTitleOrganizationalChart"/>
    <dgm:cxn modelId="{5A9C2F70-5771-4BA7-A678-BEAAEA443854}" type="presParOf" srcId="{09DDE562-D12E-417A-8004-FCC8D53D4FB8}" destId="{C100C22C-36AA-43AA-B526-35330248C7BB}" srcOrd="3" destOrd="0" presId="urn:microsoft.com/office/officeart/2008/layout/NameandTitleOrganizationalChart"/>
    <dgm:cxn modelId="{F819063D-C886-45C1-BD68-5B4E81D6E779}" type="presParOf" srcId="{C100C22C-36AA-43AA-B526-35330248C7BB}" destId="{E62ACA15-FE88-45EA-A195-50C98C2140CC}" srcOrd="0" destOrd="0" presId="urn:microsoft.com/office/officeart/2008/layout/NameandTitleOrganizationalChart"/>
    <dgm:cxn modelId="{5F7E152E-9576-4A7E-96BF-BCB4465CD014}" type="presParOf" srcId="{E62ACA15-FE88-45EA-A195-50C98C2140CC}" destId="{823A3348-216E-4952-A749-4EE34A9C8ADB}" srcOrd="0" destOrd="0" presId="urn:microsoft.com/office/officeart/2008/layout/NameandTitleOrganizationalChart"/>
    <dgm:cxn modelId="{005E4917-BDA1-437D-84B6-12BE3FA0BAA6}" type="presParOf" srcId="{E62ACA15-FE88-45EA-A195-50C98C2140CC}" destId="{23354C62-11CC-46AD-986A-F4C656514FD1}" srcOrd="1" destOrd="0" presId="urn:microsoft.com/office/officeart/2008/layout/NameandTitleOrganizationalChart"/>
    <dgm:cxn modelId="{6630BE82-E57F-47A4-8990-050FF6474BC5}" type="presParOf" srcId="{E62ACA15-FE88-45EA-A195-50C98C2140CC}" destId="{84B40F31-674F-4D1B-9F85-C7647DF3CC2D}" srcOrd="2" destOrd="0" presId="urn:microsoft.com/office/officeart/2008/layout/NameandTitleOrganizationalChart"/>
    <dgm:cxn modelId="{587BF166-BEF6-4C40-A7AC-4C5CC99B21EE}" type="presParOf" srcId="{C100C22C-36AA-43AA-B526-35330248C7BB}" destId="{DA37EA82-6CE6-4DD3-B3FB-A36B366649F7}" srcOrd="1" destOrd="0" presId="urn:microsoft.com/office/officeart/2008/layout/NameandTitleOrganizationalChart"/>
    <dgm:cxn modelId="{45CE10B5-7071-486D-AAB0-AB2AC1212D13}" type="presParOf" srcId="{C100C22C-36AA-43AA-B526-35330248C7BB}" destId="{9F6992D6-E6B2-4D37-BC7D-7F94C003D607}" srcOrd="2" destOrd="0" presId="urn:microsoft.com/office/officeart/2008/layout/NameandTitleOrganizationalChart"/>
    <dgm:cxn modelId="{EE280208-BC86-4614-87F8-ACED4337A7F1}" type="presParOf" srcId="{09DDE562-D12E-417A-8004-FCC8D53D4FB8}" destId="{2B544A26-9EBF-4713-BB52-50C951BD662D}" srcOrd="4" destOrd="0" presId="urn:microsoft.com/office/officeart/2008/layout/NameandTitleOrganizationalChart"/>
    <dgm:cxn modelId="{C240C2C5-4CBD-4648-9C0B-0A747DF41280}" type="presParOf" srcId="{09DDE562-D12E-417A-8004-FCC8D53D4FB8}" destId="{D0364165-4C24-4917-8436-2F61F6AFDBBD}" srcOrd="5" destOrd="0" presId="urn:microsoft.com/office/officeart/2008/layout/NameandTitleOrganizationalChart"/>
    <dgm:cxn modelId="{EC494CC9-201D-4B29-814B-3D1FBCEB1931}" type="presParOf" srcId="{D0364165-4C24-4917-8436-2F61F6AFDBBD}" destId="{DB05D11B-A5D6-408C-A664-46C481F11D66}" srcOrd="0" destOrd="0" presId="urn:microsoft.com/office/officeart/2008/layout/NameandTitleOrganizationalChart"/>
    <dgm:cxn modelId="{9FF39012-AA16-46F0-AEE1-AFDC4775ABDA}" type="presParOf" srcId="{DB05D11B-A5D6-408C-A664-46C481F11D66}" destId="{4CC2451F-4CCC-42AE-B087-DFDF38F82A63}" srcOrd="0" destOrd="0" presId="urn:microsoft.com/office/officeart/2008/layout/NameandTitleOrganizationalChart"/>
    <dgm:cxn modelId="{D51A5F55-B3B6-4A59-A5BC-CB9AD61F96EF}" type="presParOf" srcId="{DB05D11B-A5D6-408C-A664-46C481F11D66}" destId="{A0438D5D-BCC4-4915-9AB5-5F82845E67AA}" srcOrd="1" destOrd="0" presId="urn:microsoft.com/office/officeart/2008/layout/NameandTitleOrganizationalChart"/>
    <dgm:cxn modelId="{F21CD4AD-D0A3-4ECC-9AEA-359050AFF79A}" type="presParOf" srcId="{DB05D11B-A5D6-408C-A664-46C481F11D66}" destId="{438CAFF1-036E-48E6-AAD5-569697B8B3F8}" srcOrd="2" destOrd="0" presId="urn:microsoft.com/office/officeart/2008/layout/NameandTitleOrganizationalChart"/>
    <dgm:cxn modelId="{1DAA86E7-6953-4C5A-B6A1-9BCB172DA6A5}" type="presParOf" srcId="{D0364165-4C24-4917-8436-2F61F6AFDBBD}" destId="{ACF243BE-5949-499B-8CC4-0126F2E4018D}" srcOrd="1" destOrd="0" presId="urn:microsoft.com/office/officeart/2008/layout/NameandTitleOrganizationalChart"/>
    <dgm:cxn modelId="{AF1A5DE8-4AFB-4B18-AA81-C0027CEE8484}" type="presParOf" srcId="{D0364165-4C24-4917-8436-2F61F6AFDBBD}" destId="{E66E0835-CFE4-4826-8D4E-30ADC99DF33D}" srcOrd="2" destOrd="0" presId="urn:microsoft.com/office/officeart/2008/layout/NameandTitleOrganizationalChart"/>
    <dgm:cxn modelId="{6D1D963F-C106-41F7-B6EC-DA527773AA27}" type="presParOf" srcId="{09DDE562-D12E-417A-8004-FCC8D53D4FB8}" destId="{3C6FB1A6-DB7C-4286-AB71-FCB0CF10D5CA}" srcOrd="6" destOrd="0" presId="urn:microsoft.com/office/officeart/2008/layout/NameandTitleOrganizationalChart"/>
    <dgm:cxn modelId="{4115A865-1306-4FB1-B221-2F0BFAADFFBA}" type="presParOf" srcId="{09DDE562-D12E-417A-8004-FCC8D53D4FB8}" destId="{5B90F850-6CA7-48E1-B22F-4F794F0D33F9}" srcOrd="7" destOrd="0" presId="urn:microsoft.com/office/officeart/2008/layout/NameandTitleOrganizationalChart"/>
    <dgm:cxn modelId="{6997434C-BE7D-4DCE-98EA-4910E61F00D0}" type="presParOf" srcId="{5B90F850-6CA7-48E1-B22F-4F794F0D33F9}" destId="{FDFA785C-C266-4471-8BE3-928F3A55AEA7}" srcOrd="0" destOrd="0" presId="urn:microsoft.com/office/officeart/2008/layout/NameandTitleOrganizationalChart"/>
    <dgm:cxn modelId="{B31A7C09-7502-40D8-8B4A-7AC6BDCF27F0}" type="presParOf" srcId="{FDFA785C-C266-4471-8BE3-928F3A55AEA7}" destId="{F819B6AB-9334-4ED5-881C-8B7575F8A391}" srcOrd="0" destOrd="0" presId="urn:microsoft.com/office/officeart/2008/layout/NameandTitleOrganizationalChart"/>
    <dgm:cxn modelId="{153AB841-E6C4-481D-B391-2DEEE52CEE7F}" type="presParOf" srcId="{FDFA785C-C266-4471-8BE3-928F3A55AEA7}" destId="{F5E632C8-467E-4C98-9F41-DA88285C97DC}" srcOrd="1" destOrd="0" presId="urn:microsoft.com/office/officeart/2008/layout/NameandTitleOrganizationalChart"/>
    <dgm:cxn modelId="{5D07CA49-59CE-401B-9C40-A5BC60D6B407}" type="presParOf" srcId="{FDFA785C-C266-4471-8BE3-928F3A55AEA7}" destId="{622042C7-2461-4AEE-BD50-5670142046B4}" srcOrd="2" destOrd="0" presId="urn:microsoft.com/office/officeart/2008/layout/NameandTitleOrganizationalChart"/>
    <dgm:cxn modelId="{CE01BD03-1E75-42FA-9A2B-DBFE9B7F1DA1}" type="presParOf" srcId="{5B90F850-6CA7-48E1-B22F-4F794F0D33F9}" destId="{6D3E029F-7C63-4F67-8A18-DDAD3CB14F75}" srcOrd="1" destOrd="0" presId="urn:microsoft.com/office/officeart/2008/layout/NameandTitleOrganizationalChart"/>
    <dgm:cxn modelId="{D013C1DD-27DC-4691-9D3E-B2DF0A55C59F}" type="presParOf" srcId="{5B90F850-6CA7-48E1-B22F-4F794F0D33F9}" destId="{90265008-3138-4C73-83D4-8CDAEB12D89C}" srcOrd="2" destOrd="0" presId="urn:microsoft.com/office/officeart/2008/layout/NameandTitleOrganizationalChart"/>
    <dgm:cxn modelId="{0A96B1B1-EAA5-4B5C-9F44-2BA9CEED166A}" type="presParOf" srcId="{1989A041-DAD5-42CA-8DAC-252E4FE3835E}" destId="{1FEC76D1-36F4-4816-BAF5-B231A6A31B5F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D1CC85-8279-409B-8993-F0D9568F667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5F0DCFA-E108-4A17-B0CD-66502862ADB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Metodologia:</a:t>
          </a:r>
          <a:endParaRPr lang="en-US"/>
        </a:p>
      </dgm:t>
    </dgm:pt>
    <dgm:pt modelId="{015F28C3-C9EE-4122-AFE6-B88BD4CEA348}" type="parTrans" cxnId="{F27BBB17-85BE-4190-8A61-5904E0AFA2B1}">
      <dgm:prSet/>
      <dgm:spPr/>
      <dgm:t>
        <a:bodyPr/>
        <a:lstStyle/>
        <a:p>
          <a:endParaRPr lang="en-US"/>
        </a:p>
      </dgm:t>
    </dgm:pt>
    <dgm:pt modelId="{CE4DC32A-1C6F-4160-A73E-8C40367D0F64}" type="sibTrans" cxnId="{F27BBB17-85BE-4190-8A61-5904E0AFA2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7C1A19A-0914-4AEF-8567-68ED8FA3BFE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1- Pesquisa de satisfação na recepção</a:t>
          </a:r>
          <a:endParaRPr lang="en-US"/>
        </a:p>
      </dgm:t>
    </dgm:pt>
    <dgm:pt modelId="{F1B67B04-D390-471F-8BFC-9662A010EFE1}" type="parTrans" cxnId="{FCA8FB7B-5579-433F-9237-644EB5A25779}">
      <dgm:prSet/>
      <dgm:spPr/>
      <dgm:t>
        <a:bodyPr/>
        <a:lstStyle/>
        <a:p>
          <a:endParaRPr lang="en-US"/>
        </a:p>
      </dgm:t>
    </dgm:pt>
    <dgm:pt modelId="{5F80ED27-87EB-44F3-B178-6E9F9C3929E1}" type="sibTrans" cxnId="{FCA8FB7B-5579-433F-9237-644EB5A2577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17450C5-CCAD-4A00-96B6-E8AC9258686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2- Pesquisa de satisfação telefônica</a:t>
          </a:r>
          <a:endParaRPr lang="en-US"/>
        </a:p>
      </dgm:t>
    </dgm:pt>
    <dgm:pt modelId="{66D80876-A3CC-4FCA-BDE9-CBF224D9EC52}" type="parTrans" cxnId="{401F4F79-42CF-4E19-9752-D9C89EE27E19}">
      <dgm:prSet/>
      <dgm:spPr/>
      <dgm:t>
        <a:bodyPr/>
        <a:lstStyle/>
        <a:p>
          <a:endParaRPr lang="en-US"/>
        </a:p>
      </dgm:t>
    </dgm:pt>
    <dgm:pt modelId="{DE5184B7-34CC-450E-90B5-BA1D53E7B5E7}" type="sibTrans" cxnId="{401F4F79-42CF-4E19-9752-D9C89EE27E1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7C9EE96-84DB-48FC-AC1F-F19AAB77CB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3- Sala de Relacionamento</a:t>
          </a:r>
        </a:p>
      </dgm:t>
    </dgm:pt>
    <dgm:pt modelId="{00B8D74F-6E69-45AF-B87C-A668F87B117E}" type="parTrans" cxnId="{9E63052F-FF25-4BE0-84C5-ED9D9CDDBA12}">
      <dgm:prSet/>
      <dgm:spPr/>
      <dgm:t>
        <a:bodyPr/>
        <a:lstStyle/>
        <a:p>
          <a:endParaRPr lang="pt-BR"/>
        </a:p>
      </dgm:t>
    </dgm:pt>
    <dgm:pt modelId="{C1AE91D6-F527-4A4D-B330-721C03E0BA5F}" type="sibTrans" cxnId="{9E63052F-FF25-4BE0-84C5-ED9D9CDDBA12}">
      <dgm:prSet/>
      <dgm:spPr/>
      <dgm:t>
        <a:bodyPr/>
        <a:lstStyle/>
        <a:p>
          <a:endParaRPr lang="pt-BR"/>
        </a:p>
      </dgm:t>
    </dgm:pt>
    <dgm:pt modelId="{A17F5DCC-4205-4DE3-A689-A751B7F824B8}" type="pres">
      <dgm:prSet presAssocID="{B5D1CC85-8279-409B-8993-F0D9568F667F}" presName="root" presStyleCnt="0">
        <dgm:presLayoutVars>
          <dgm:dir/>
          <dgm:resizeHandles val="exact"/>
        </dgm:presLayoutVars>
      </dgm:prSet>
      <dgm:spPr/>
    </dgm:pt>
    <dgm:pt modelId="{B212B50F-5499-47C2-91A0-A24F42675CAF}" type="pres">
      <dgm:prSet presAssocID="{C5F0DCFA-E108-4A17-B0CD-66502862ADB3}" presName="compNode" presStyleCnt="0"/>
      <dgm:spPr/>
    </dgm:pt>
    <dgm:pt modelId="{90773AB5-0ACF-441D-93DE-F2AB39324980}" type="pres">
      <dgm:prSet presAssocID="{C5F0DCFA-E108-4A17-B0CD-66502862ADB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5DF38D2D-A8DF-40C0-AAFC-D292D6612C9F}" type="pres">
      <dgm:prSet presAssocID="{C5F0DCFA-E108-4A17-B0CD-66502862ADB3}" presName="spaceRect" presStyleCnt="0"/>
      <dgm:spPr/>
    </dgm:pt>
    <dgm:pt modelId="{68FFC69D-6373-4250-8407-1206F27C9DC7}" type="pres">
      <dgm:prSet presAssocID="{C5F0DCFA-E108-4A17-B0CD-66502862ADB3}" presName="textRect" presStyleLbl="revTx" presStyleIdx="0" presStyleCnt="4">
        <dgm:presLayoutVars>
          <dgm:chMax val="1"/>
          <dgm:chPref val="1"/>
        </dgm:presLayoutVars>
      </dgm:prSet>
      <dgm:spPr/>
    </dgm:pt>
    <dgm:pt modelId="{D840AC87-8C25-4CAF-855D-C6371AF75F7F}" type="pres">
      <dgm:prSet presAssocID="{CE4DC32A-1C6F-4160-A73E-8C40367D0F64}" presName="sibTrans" presStyleCnt="0"/>
      <dgm:spPr/>
    </dgm:pt>
    <dgm:pt modelId="{ADEBA56B-41A3-449E-B0C1-44ECBAF7C83F}" type="pres">
      <dgm:prSet presAssocID="{37C1A19A-0914-4AEF-8567-68ED8FA3BFE0}" presName="compNode" presStyleCnt="0"/>
      <dgm:spPr/>
    </dgm:pt>
    <dgm:pt modelId="{E329907E-CFA6-4E07-87F3-3E6B262F9118}" type="pres">
      <dgm:prSet presAssocID="{37C1A19A-0914-4AEF-8567-68ED8FA3BFE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7BF2B2EA-7510-4205-8AF9-DB9A84C5B444}" type="pres">
      <dgm:prSet presAssocID="{37C1A19A-0914-4AEF-8567-68ED8FA3BFE0}" presName="spaceRect" presStyleCnt="0"/>
      <dgm:spPr/>
    </dgm:pt>
    <dgm:pt modelId="{1074B0EB-4494-441F-8C0F-34DB608D9473}" type="pres">
      <dgm:prSet presAssocID="{37C1A19A-0914-4AEF-8567-68ED8FA3BFE0}" presName="textRect" presStyleLbl="revTx" presStyleIdx="1" presStyleCnt="4">
        <dgm:presLayoutVars>
          <dgm:chMax val="1"/>
          <dgm:chPref val="1"/>
        </dgm:presLayoutVars>
      </dgm:prSet>
      <dgm:spPr/>
    </dgm:pt>
    <dgm:pt modelId="{7FC5DF17-FE42-4486-884C-C2107D7C7E6D}" type="pres">
      <dgm:prSet presAssocID="{5F80ED27-87EB-44F3-B178-6E9F9C3929E1}" presName="sibTrans" presStyleCnt="0"/>
      <dgm:spPr/>
    </dgm:pt>
    <dgm:pt modelId="{0631CA4F-A399-4759-9106-0D36F479D633}" type="pres">
      <dgm:prSet presAssocID="{217450C5-CCAD-4A00-96B6-E8AC92586861}" presName="compNode" presStyleCnt="0"/>
      <dgm:spPr/>
    </dgm:pt>
    <dgm:pt modelId="{89EC305C-30C7-4070-BC2B-EBD1A7990AFD}" type="pres">
      <dgm:prSet presAssocID="{217450C5-CCAD-4A00-96B6-E8AC92586861}" presName="iconRect" presStyleLbl="nod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000" b="-5000"/>
          </a:stretch>
        </a:blipFill>
        <a:ln>
          <a:noFill/>
        </a:ln>
      </dgm:spPr>
    </dgm:pt>
    <dgm:pt modelId="{D0CDF0AE-18AB-4A89-ABEE-7090A6423D91}" type="pres">
      <dgm:prSet presAssocID="{217450C5-CCAD-4A00-96B6-E8AC92586861}" presName="spaceRect" presStyleCnt="0"/>
      <dgm:spPr/>
    </dgm:pt>
    <dgm:pt modelId="{E425F768-4DA8-47B6-A1D2-6D7B444D21A6}" type="pres">
      <dgm:prSet presAssocID="{217450C5-CCAD-4A00-96B6-E8AC92586861}" presName="textRect" presStyleLbl="revTx" presStyleIdx="2" presStyleCnt="4">
        <dgm:presLayoutVars>
          <dgm:chMax val="1"/>
          <dgm:chPref val="1"/>
        </dgm:presLayoutVars>
      </dgm:prSet>
      <dgm:spPr/>
    </dgm:pt>
    <dgm:pt modelId="{D6DF5CC9-92A7-48E7-B3FB-C50A93EDDA12}" type="pres">
      <dgm:prSet presAssocID="{DE5184B7-34CC-450E-90B5-BA1D53E7B5E7}" presName="sibTrans" presStyleCnt="0"/>
      <dgm:spPr/>
    </dgm:pt>
    <dgm:pt modelId="{1E501FBA-71D4-4814-B96F-A407059E058A}" type="pres">
      <dgm:prSet presAssocID="{A7C9EE96-84DB-48FC-AC1F-F19AAB77CBB2}" presName="compNode" presStyleCnt="0"/>
      <dgm:spPr/>
    </dgm:pt>
    <dgm:pt modelId="{C4A07906-735F-4510-B4D0-0826364851AA}" type="pres">
      <dgm:prSet presAssocID="{A7C9EE96-84DB-48FC-AC1F-F19AAB77CBB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64DA302-4B5A-4103-BF8B-EF5D87FE35CB}" type="pres">
      <dgm:prSet presAssocID="{A7C9EE96-84DB-48FC-AC1F-F19AAB77CBB2}" presName="spaceRect" presStyleCnt="0"/>
      <dgm:spPr/>
    </dgm:pt>
    <dgm:pt modelId="{440ACEC5-0856-4B4B-A107-898E0DC7FE6A}" type="pres">
      <dgm:prSet presAssocID="{A7C9EE96-84DB-48FC-AC1F-F19AAB77CBB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27BBB17-85BE-4190-8A61-5904E0AFA2B1}" srcId="{B5D1CC85-8279-409B-8993-F0D9568F667F}" destId="{C5F0DCFA-E108-4A17-B0CD-66502862ADB3}" srcOrd="0" destOrd="0" parTransId="{015F28C3-C9EE-4122-AFE6-B88BD4CEA348}" sibTransId="{CE4DC32A-1C6F-4160-A73E-8C40367D0F64}"/>
    <dgm:cxn modelId="{9E63052F-FF25-4BE0-84C5-ED9D9CDDBA12}" srcId="{B5D1CC85-8279-409B-8993-F0D9568F667F}" destId="{A7C9EE96-84DB-48FC-AC1F-F19AAB77CBB2}" srcOrd="3" destOrd="0" parTransId="{00B8D74F-6E69-45AF-B87C-A668F87B117E}" sibTransId="{C1AE91D6-F527-4A4D-B330-721C03E0BA5F}"/>
    <dgm:cxn modelId="{56732449-F67A-4F1F-A25F-C09B0DE4DD49}" type="presOf" srcId="{C5F0DCFA-E108-4A17-B0CD-66502862ADB3}" destId="{68FFC69D-6373-4250-8407-1206F27C9DC7}" srcOrd="0" destOrd="0" presId="urn:microsoft.com/office/officeart/2018/2/layout/IconLabelList"/>
    <dgm:cxn modelId="{665FAC6F-A2DE-4E92-8E4C-86F77BDBBBEE}" type="presOf" srcId="{A7C9EE96-84DB-48FC-AC1F-F19AAB77CBB2}" destId="{440ACEC5-0856-4B4B-A107-898E0DC7FE6A}" srcOrd="0" destOrd="0" presId="urn:microsoft.com/office/officeart/2018/2/layout/IconLabelList"/>
    <dgm:cxn modelId="{172BC457-45B0-4947-8E1C-E9864581F52D}" type="presOf" srcId="{B5D1CC85-8279-409B-8993-F0D9568F667F}" destId="{A17F5DCC-4205-4DE3-A689-A751B7F824B8}" srcOrd="0" destOrd="0" presId="urn:microsoft.com/office/officeart/2018/2/layout/IconLabelList"/>
    <dgm:cxn modelId="{401F4F79-42CF-4E19-9752-D9C89EE27E19}" srcId="{B5D1CC85-8279-409B-8993-F0D9568F667F}" destId="{217450C5-CCAD-4A00-96B6-E8AC92586861}" srcOrd="2" destOrd="0" parTransId="{66D80876-A3CC-4FCA-BDE9-CBF224D9EC52}" sibTransId="{DE5184B7-34CC-450E-90B5-BA1D53E7B5E7}"/>
    <dgm:cxn modelId="{FCA8FB7B-5579-433F-9237-644EB5A25779}" srcId="{B5D1CC85-8279-409B-8993-F0D9568F667F}" destId="{37C1A19A-0914-4AEF-8567-68ED8FA3BFE0}" srcOrd="1" destOrd="0" parTransId="{F1B67B04-D390-471F-8BFC-9662A010EFE1}" sibTransId="{5F80ED27-87EB-44F3-B178-6E9F9C3929E1}"/>
    <dgm:cxn modelId="{AC9C9ECA-4D06-4814-885C-9C2E5724E1F8}" type="presOf" srcId="{217450C5-CCAD-4A00-96B6-E8AC92586861}" destId="{E425F768-4DA8-47B6-A1D2-6D7B444D21A6}" srcOrd="0" destOrd="0" presId="urn:microsoft.com/office/officeart/2018/2/layout/IconLabelList"/>
    <dgm:cxn modelId="{A1B1C4F8-CE15-41BF-A1B4-02CF3B7F5720}" type="presOf" srcId="{37C1A19A-0914-4AEF-8567-68ED8FA3BFE0}" destId="{1074B0EB-4494-441F-8C0F-34DB608D9473}" srcOrd="0" destOrd="0" presId="urn:microsoft.com/office/officeart/2018/2/layout/IconLabelList"/>
    <dgm:cxn modelId="{40EA08F3-9158-4B1D-BF58-AEBBD529A90C}" type="presParOf" srcId="{A17F5DCC-4205-4DE3-A689-A751B7F824B8}" destId="{B212B50F-5499-47C2-91A0-A24F42675CAF}" srcOrd="0" destOrd="0" presId="urn:microsoft.com/office/officeart/2018/2/layout/IconLabelList"/>
    <dgm:cxn modelId="{E1BF1EC4-D36C-4F8F-AD5E-1A855C486D55}" type="presParOf" srcId="{B212B50F-5499-47C2-91A0-A24F42675CAF}" destId="{90773AB5-0ACF-441D-93DE-F2AB39324980}" srcOrd="0" destOrd="0" presId="urn:microsoft.com/office/officeart/2018/2/layout/IconLabelList"/>
    <dgm:cxn modelId="{CD4A7E0A-90CB-4A52-88E1-1F4C7AA35B89}" type="presParOf" srcId="{B212B50F-5499-47C2-91A0-A24F42675CAF}" destId="{5DF38D2D-A8DF-40C0-AAFC-D292D6612C9F}" srcOrd="1" destOrd="0" presId="urn:microsoft.com/office/officeart/2018/2/layout/IconLabelList"/>
    <dgm:cxn modelId="{0FDB9B18-85F8-48DA-89EA-AB908318D4D3}" type="presParOf" srcId="{B212B50F-5499-47C2-91A0-A24F42675CAF}" destId="{68FFC69D-6373-4250-8407-1206F27C9DC7}" srcOrd="2" destOrd="0" presId="urn:microsoft.com/office/officeart/2018/2/layout/IconLabelList"/>
    <dgm:cxn modelId="{2E134412-65F4-4F10-BA34-F0A96AD23EC3}" type="presParOf" srcId="{A17F5DCC-4205-4DE3-A689-A751B7F824B8}" destId="{D840AC87-8C25-4CAF-855D-C6371AF75F7F}" srcOrd="1" destOrd="0" presId="urn:microsoft.com/office/officeart/2018/2/layout/IconLabelList"/>
    <dgm:cxn modelId="{6A8A2260-01F8-4864-A9FF-35F625522F9B}" type="presParOf" srcId="{A17F5DCC-4205-4DE3-A689-A751B7F824B8}" destId="{ADEBA56B-41A3-449E-B0C1-44ECBAF7C83F}" srcOrd="2" destOrd="0" presId="urn:microsoft.com/office/officeart/2018/2/layout/IconLabelList"/>
    <dgm:cxn modelId="{DD1D9E7B-424E-4A6B-8E9E-C5D1F632711C}" type="presParOf" srcId="{ADEBA56B-41A3-449E-B0C1-44ECBAF7C83F}" destId="{E329907E-CFA6-4E07-87F3-3E6B262F9118}" srcOrd="0" destOrd="0" presId="urn:microsoft.com/office/officeart/2018/2/layout/IconLabelList"/>
    <dgm:cxn modelId="{E2D33442-BACD-4A62-B1F8-466BC9850EE6}" type="presParOf" srcId="{ADEBA56B-41A3-449E-B0C1-44ECBAF7C83F}" destId="{7BF2B2EA-7510-4205-8AF9-DB9A84C5B444}" srcOrd="1" destOrd="0" presId="urn:microsoft.com/office/officeart/2018/2/layout/IconLabelList"/>
    <dgm:cxn modelId="{E7167A89-06E5-43B7-B5BC-0567416D1F4C}" type="presParOf" srcId="{ADEBA56B-41A3-449E-B0C1-44ECBAF7C83F}" destId="{1074B0EB-4494-441F-8C0F-34DB608D9473}" srcOrd="2" destOrd="0" presId="urn:microsoft.com/office/officeart/2018/2/layout/IconLabelList"/>
    <dgm:cxn modelId="{452FC726-7F25-433A-829E-04908E48CB48}" type="presParOf" srcId="{A17F5DCC-4205-4DE3-A689-A751B7F824B8}" destId="{7FC5DF17-FE42-4486-884C-C2107D7C7E6D}" srcOrd="3" destOrd="0" presId="urn:microsoft.com/office/officeart/2018/2/layout/IconLabelList"/>
    <dgm:cxn modelId="{650894A9-860A-42D4-BC7E-6ACE6F8E2874}" type="presParOf" srcId="{A17F5DCC-4205-4DE3-A689-A751B7F824B8}" destId="{0631CA4F-A399-4759-9106-0D36F479D633}" srcOrd="4" destOrd="0" presId="urn:microsoft.com/office/officeart/2018/2/layout/IconLabelList"/>
    <dgm:cxn modelId="{88BF214F-327C-4348-86AD-4EBC35E98DE3}" type="presParOf" srcId="{0631CA4F-A399-4759-9106-0D36F479D633}" destId="{89EC305C-30C7-4070-BC2B-EBD1A7990AFD}" srcOrd="0" destOrd="0" presId="urn:microsoft.com/office/officeart/2018/2/layout/IconLabelList"/>
    <dgm:cxn modelId="{AD0A0E14-9401-4535-BF92-A2F30817D587}" type="presParOf" srcId="{0631CA4F-A399-4759-9106-0D36F479D633}" destId="{D0CDF0AE-18AB-4A89-ABEE-7090A6423D91}" srcOrd="1" destOrd="0" presId="urn:microsoft.com/office/officeart/2018/2/layout/IconLabelList"/>
    <dgm:cxn modelId="{56E42AD2-3691-426E-8217-2061B10E8311}" type="presParOf" srcId="{0631CA4F-A399-4759-9106-0D36F479D633}" destId="{E425F768-4DA8-47B6-A1D2-6D7B444D21A6}" srcOrd="2" destOrd="0" presId="urn:microsoft.com/office/officeart/2018/2/layout/IconLabelList"/>
    <dgm:cxn modelId="{3965D38E-A2C2-4F9F-AA06-7AA72AB6E9C2}" type="presParOf" srcId="{A17F5DCC-4205-4DE3-A689-A751B7F824B8}" destId="{D6DF5CC9-92A7-48E7-B3FB-C50A93EDDA12}" srcOrd="5" destOrd="0" presId="urn:microsoft.com/office/officeart/2018/2/layout/IconLabelList"/>
    <dgm:cxn modelId="{455CDF66-181A-49C3-AC20-A16FE11C28C4}" type="presParOf" srcId="{A17F5DCC-4205-4DE3-A689-A751B7F824B8}" destId="{1E501FBA-71D4-4814-B96F-A407059E058A}" srcOrd="6" destOrd="0" presId="urn:microsoft.com/office/officeart/2018/2/layout/IconLabelList"/>
    <dgm:cxn modelId="{2582B1CE-9BAC-4627-A342-2CB2CC5CCCC6}" type="presParOf" srcId="{1E501FBA-71D4-4814-B96F-A407059E058A}" destId="{C4A07906-735F-4510-B4D0-0826364851AA}" srcOrd="0" destOrd="0" presId="urn:microsoft.com/office/officeart/2018/2/layout/IconLabelList"/>
    <dgm:cxn modelId="{20C8428A-01CF-47CC-9EA3-62969F4B43F2}" type="presParOf" srcId="{1E501FBA-71D4-4814-B96F-A407059E058A}" destId="{864DA302-4B5A-4103-BF8B-EF5D87FE35CB}" srcOrd="1" destOrd="0" presId="urn:microsoft.com/office/officeart/2018/2/layout/IconLabelList"/>
    <dgm:cxn modelId="{5414C432-303F-4F3C-912F-B367883A3EC9}" type="presParOf" srcId="{1E501FBA-71D4-4814-B96F-A407059E058A}" destId="{440ACEC5-0856-4B4B-A107-898E0DC7FE6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F5000C-8F3D-4632-BC3E-05C883553830}" type="doc">
      <dgm:prSet loTypeId="urn:microsoft.com/office/officeart/2009/layout/CircleArrowProcess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835CE9F-F1B3-4DEF-ADF1-8B52E956AB8D}">
      <dgm:prSet phldrT="[Texto]"/>
      <dgm:spPr/>
      <dgm:t>
        <a:bodyPr/>
        <a:lstStyle/>
        <a:p>
          <a:r>
            <a:rPr lang="pt-BR" dirty="0"/>
            <a:t>Atendidos: 83</a:t>
          </a:r>
        </a:p>
      </dgm:t>
    </dgm:pt>
    <dgm:pt modelId="{BCB41C67-9488-49A4-B187-63E1A1F2CCC1}" type="parTrans" cxnId="{7F4F2BAF-2285-4CB9-BA25-FFEFA692A67C}">
      <dgm:prSet/>
      <dgm:spPr/>
      <dgm:t>
        <a:bodyPr/>
        <a:lstStyle/>
        <a:p>
          <a:endParaRPr lang="pt-BR"/>
        </a:p>
      </dgm:t>
    </dgm:pt>
    <dgm:pt modelId="{2C069F38-CC25-40FE-9EAA-FAE999CA6414}" type="sibTrans" cxnId="{7F4F2BAF-2285-4CB9-BA25-FFEFA692A67C}">
      <dgm:prSet/>
      <dgm:spPr/>
      <dgm:t>
        <a:bodyPr/>
        <a:lstStyle/>
        <a:p>
          <a:endParaRPr lang="pt-BR"/>
        </a:p>
      </dgm:t>
    </dgm:pt>
    <dgm:pt modelId="{C44E0FD2-1E88-419E-979D-50B487951C48}">
      <dgm:prSet phldrT="[Texto]"/>
      <dgm:spPr/>
      <dgm:t>
        <a:bodyPr/>
        <a:lstStyle/>
        <a:p>
          <a:r>
            <a:rPr lang="pt-BR" dirty="0"/>
            <a:t>Cancelados: 54</a:t>
          </a:r>
        </a:p>
        <a:p>
          <a:r>
            <a:rPr lang="pt-BR" dirty="0" err="1"/>
            <a:t>Churn</a:t>
          </a:r>
          <a:r>
            <a:rPr lang="pt-BR" dirty="0"/>
            <a:t> Rate: 65% </a:t>
          </a:r>
        </a:p>
      </dgm:t>
    </dgm:pt>
    <dgm:pt modelId="{264995D0-A0AB-4383-AE81-2AC07C154052}" type="parTrans" cxnId="{906F7995-E847-489B-9B5D-5316E34EFFA5}">
      <dgm:prSet/>
      <dgm:spPr/>
      <dgm:t>
        <a:bodyPr/>
        <a:lstStyle/>
        <a:p>
          <a:endParaRPr lang="pt-BR"/>
        </a:p>
      </dgm:t>
    </dgm:pt>
    <dgm:pt modelId="{6A63A405-0F60-41CD-A972-50EA269AF259}" type="sibTrans" cxnId="{906F7995-E847-489B-9B5D-5316E34EFFA5}">
      <dgm:prSet/>
      <dgm:spPr/>
      <dgm:t>
        <a:bodyPr/>
        <a:lstStyle/>
        <a:p>
          <a:endParaRPr lang="pt-BR"/>
        </a:p>
      </dgm:t>
    </dgm:pt>
    <dgm:pt modelId="{530FE7EF-89CB-45EF-813B-9A56BEBDD9B2}">
      <dgm:prSet phldrT="[Texto]"/>
      <dgm:spPr/>
      <dgm:t>
        <a:bodyPr/>
        <a:lstStyle/>
        <a:p>
          <a:r>
            <a:rPr lang="pt-BR" dirty="0"/>
            <a:t>Revertidos:</a:t>
          </a:r>
        </a:p>
        <a:p>
          <a:r>
            <a:rPr lang="pt-BR" dirty="0"/>
            <a:t>Taxa de revertimento: 35% </a:t>
          </a:r>
        </a:p>
      </dgm:t>
    </dgm:pt>
    <dgm:pt modelId="{86457B6D-85DF-4750-B66E-C60B5CB3AAE3}" type="parTrans" cxnId="{6C38670C-11CC-4617-931D-30E474C4E8DA}">
      <dgm:prSet/>
      <dgm:spPr/>
      <dgm:t>
        <a:bodyPr/>
        <a:lstStyle/>
        <a:p>
          <a:endParaRPr lang="pt-BR"/>
        </a:p>
      </dgm:t>
    </dgm:pt>
    <dgm:pt modelId="{7174A6F7-4428-4D97-8940-4E7C11F36451}" type="sibTrans" cxnId="{6C38670C-11CC-4617-931D-30E474C4E8DA}">
      <dgm:prSet/>
      <dgm:spPr/>
      <dgm:t>
        <a:bodyPr/>
        <a:lstStyle/>
        <a:p>
          <a:endParaRPr lang="pt-BR"/>
        </a:p>
      </dgm:t>
    </dgm:pt>
    <dgm:pt modelId="{9CFF3EA0-C6E9-4398-BCC9-8C3956F27A37}" type="pres">
      <dgm:prSet presAssocID="{74F5000C-8F3D-4632-BC3E-05C883553830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28393702-3E54-4237-9A9A-D87129907D85}" type="pres">
      <dgm:prSet presAssocID="{8835CE9F-F1B3-4DEF-ADF1-8B52E956AB8D}" presName="Accent1" presStyleCnt="0"/>
      <dgm:spPr/>
    </dgm:pt>
    <dgm:pt modelId="{A4FA0CB4-CE82-4C7B-8A8A-4B7B167E5823}" type="pres">
      <dgm:prSet presAssocID="{8835CE9F-F1B3-4DEF-ADF1-8B52E956AB8D}" presName="Accent" presStyleLbl="node1" presStyleIdx="0" presStyleCnt="3"/>
      <dgm:spPr/>
    </dgm:pt>
    <dgm:pt modelId="{7637916D-3B80-4949-B899-7B87B9073B67}" type="pres">
      <dgm:prSet presAssocID="{8835CE9F-F1B3-4DEF-ADF1-8B52E956AB8D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B8AD036B-6F97-46D1-8174-5C81A4644B4C}" type="pres">
      <dgm:prSet presAssocID="{C44E0FD2-1E88-419E-979D-50B487951C48}" presName="Accent2" presStyleCnt="0"/>
      <dgm:spPr/>
    </dgm:pt>
    <dgm:pt modelId="{227CB414-BAB1-48C6-85F8-A4292F3A14C0}" type="pres">
      <dgm:prSet presAssocID="{C44E0FD2-1E88-419E-979D-50B487951C48}" presName="Accent" presStyleLbl="node1" presStyleIdx="1" presStyleCnt="3"/>
      <dgm:spPr/>
    </dgm:pt>
    <dgm:pt modelId="{1A9CFAC3-AB9F-422A-BB6C-2D4E4A791089}" type="pres">
      <dgm:prSet presAssocID="{C44E0FD2-1E88-419E-979D-50B487951C48}" presName="Parent2" presStyleLbl="revTx" presStyleIdx="1" presStyleCnt="3" custScaleX="165081" custLinFactNeighborX="24639">
        <dgm:presLayoutVars>
          <dgm:chMax val="1"/>
          <dgm:chPref val="1"/>
          <dgm:bulletEnabled val="1"/>
        </dgm:presLayoutVars>
      </dgm:prSet>
      <dgm:spPr/>
    </dgm:pt>
    <dgm:pt modelId="{7C30945A-1B60-4249-A690-88064CC29A74}" type="pres">
      <dgm:prSet presAssocID="{530FE7EF-89CB-45EF-813B-9A56BEBDD9B2}" presName="Accent3" presStyleCnt="0"/>
      <dgm:spPr/>
    </dgm:pt>
    <dgm:pt modelId="{7AC9ED6A-CDB5-42F6-9ECD-7C14C98E366D}" type="pres">
      <dgm:prSet presAssocID="{530FE7EF-89CB-45EF-813B-9A56BEBDD9B2}" presName="Accent" presStyleLbl="node1" presStyleIdx="2" presStyleCnt="3"/>
      <dgm:spPr/>
    </dgm:pt>
    <dgm:pt modelId="{CF971BD8-A0A9-4B44-81F8-B1AB8879DF0E}" type="pres">
      <dgm:prSet presAssocID="{530FE7EF-89CB-45EF-813B-9A56BEBDD9B2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6C38670C-11CC-4617-931D-30E474C4E8DA}" srcId="{74F5000C-8F3D-4632-BC3E-05C883553830}" destId="{530FE7EF-89CB-45EF-813B-9A56BEBDD9B2}" srcOrd="2" destOrd="0" parTransId="{86457B6D-85DF-4750-B66E-C60B5CB3AAE3}" sibTransId="{7174A6F7-4428-4D97-8940-4E7C11F36451}"/>
    <dgm:cxn modelId="{EB687F50-9A34-49E0-BF12-7D8CCD8B030C}" type="presOf" srcId="{74F5000C-8F3D-4632-BC3E-05C883553830}" destId="{9CFF3EA0-C6E9-4398-BCC9-8C3956F27A37}" srcOrd="0" destOrd="0" presId="urn:microsoft.com/office/officeart/2009/layout/CircleArrowProcess"/>
    <dgm:cxn modelId="{906F7995-E847-489B-9B5D-5316E34EFFA5}" srcId="{74F5000C-8F3D-4632-BC3E-05C883553830}" destId="{C44E0FD2-1E88-419E-979D-50B487951C48}" srcOrd="1" destOrd="0" parTransId="{264995D0-A0AB-4383-AE81-2AC07C154052}" sibTransId="{6A63A405-0F60-41CD-A972-50EA269AF259}"/>
    <dgm:cxn modelId="{40CB2E9E-BE15-4CD3-AFF9-3D5206D19A00}" type="presOf" srcId="{8835CE9F-F1B3-4DEF-ADF1-8B52E956AB8D}" destId="{7637916D-3B80-4949-B899-7B87B9073B67}" srcOrd="0" destOrd="0" presId="urn:microsoft.com/office/officeart/2009/layout/CircleArrowProcess"/>
    <dgm:cxn modelId="{7F4F2BAF-2285-4CB9-BA25-FFEFA692A67C}" srcId="{74F5000C-8F3D-4632-BC3E-05C883553830}" destId="{8835CE9F-F1B3-4DEF-ADF1-8B52E956AB8D}" srcOrd="0" destOrd="0" parTransId="{BCB41C67-9488-49A4-B187-63E1A1F2CCC1}" sibTransId="{2C069F38-CC25-40FE-9EAA-FAE999CA6414}"/>
    <dgm:cxn modelId="{5BD416CA-FC5D-49EC-920C-8E0C82067DF0}" type="presOf" srcId="{530FE7EF-89CB-45EF-813B-9A56BEBDD9B2}" destId="{CF971BD8-A0A9-4B44-81F8-B1AB8879DF0E}" srcOrd="0" destOrd="0" presId="urn:microsoft.com/office/officeart/2009/layout/CircleArrowProcess"/>
    <dgm:cxn modelId="{06AAF7D5-8C37-4C03-9ECD-F3E52AD1DE30}" type="presOf" srcId="{C44E0FD2-1E88-419E-979D-50B487951C48}" destId="{1A9CFAC3-AB9F-422A-BB6C-2D4E4A791089}" srcOrd="0" destOrd="0" presId="urn:microsoft.com/office/officeart/2009/layout/CircleArrowProcess"/>
    <dgm:cxn modelId="{B887E553-B8C1-4054-A28C-03D20D8830EE}" type="presParOf" srcId="{9CFF3EA0-C6E9-4398-BCC9-8C3956F27A37}" destId="{28393702-3E54-4237-9A9A-D87129907D85}" srcOrd="0" destOrd="0" presId="urn:microsoft.com/office/officeart/2009/layout/CircleArrowProcess"/>
    <dgm:cxn modelId="{4B1EA605-90F5-480F-9B24-65FBD4E282B5}" type="presParOf" srcId="{28393702-3E54-4237-9A9A-D87129907D85}" destId="{A4FA0CB4-CE82-4C7B-8A8A-4B7B167E5823}" srcOrd="0" destOrd="0" presId="urn:microsoft.com/office/officeart/2009/layout/CircleArrowProcess"/>
    <dgm:cxn modelId="{DE93EEDE-C72D-4A49-88E4-082C7FD4BFE8}" type="presParOf" srcId="{9CFF3EA0-C6E9-4398-BCC9-8C3956F27A37}" destId="{7637916D-3B80-4949-B899-7B87B9073B67}" srcOrd="1" destOrd="0" presId="urn:microsoft.com/office/officeart/2009/layout/CircleArrowProcess"/>
    <dgm:cxn modelId="{CAD42833-2BE8-44F5-A598-709B6CA379FA}" type="presParOf" srcId="{9CFF3EA0-C6E9-4398-BCC9-8C3956F27A37}" destId="{B8AD036B-6F97-46D1-8174-5C81A4644B4C}" srcOrd="2" destOrd="0" presId="urn:microsoft.com/office/officeart/2009/layout/CircleArrowProcess"/>
    <dgm:cxn modelId="{31EF461E-34ED-440D-8D91-C33BE823EDEE}" type="presParOf" srcId="{B8AD036B-6F97-46D1-8174-5C81A4644B4C}" destId="{227CB414-BAB1-48C6-85F8-A4292F3A14C0}" srcOrd="0" destOrd="0" presId="urn:microsoft.com/office/officeart/2009/layout/CircleArrowProcess"/>
    <dgm:cxn modelId="{9C7B7A55-82C1-473B-B00F-33C64A00F7DC}" type="presParOf" srcId="{9CFF3EA0-C6E9-4398-BCC9-8C3956F27A37}" destId="{1A9CFAC3-AB9F-422A-BB6C-2D4E4A791089}" srcOrd="3" destOrd="0" presId="urn:microsoft.com/office/officeart/2009/layout/CircleArrowProcess"/>
    <dgm:cxn modelId="{0FFD5600-A62F-402B-A332-6F9CBD826AF7}" type="presParOf" srcId="{9CFF3EA0-C6E9-4398-BCC9-8C3956F27A37}" destId="{7C30945A-1B60-4249-A690-88064CC29A74}" srcOrd="4" destOrd="0" presId="urn:microsoft.com/office/officeart/2009/layout/CircleArrowProcess"/>
    <dgm:cxn modelId="{A9D8690E-E101-4936-96DC-D6CC0BE7FF3E}" type="presParOf" srcId="{7C30945A-1B60-4249-A690-88064CC29A74}" destId="{7AC9ED6A-CDB5-42F6-9ECD-7C14C98E366D}" srcOrd="0" destOrd="0" presId="urn:microsoft.com/office/officeart/2009/layout/CircleArrowProcess"/>
    <dgm:cxn modelId="{648B0E89-7029-478D-A2C0-D0C15FD6B153}" type="presParOf" srcId="{9CFF3EA0-C6E9-4398-BCC9-8C3956F27A37}" destId="{CF971BD8-A0A9-4B44-81F8-B1AB8879DF0E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9AB62-B713-4190-A9DF-42E3EC65D970}">
      <dsp:nvSpPr>
        <dsp:cNvPr id="0" name=""/>
        <dsp:cNvSpPr/>
      </dsp:nvSpPr>
      <dsp:spPr>
        <a:xfrm>
          <a:off x="664244" y="916495"/>
          <a:ext cx="2135218" cy="17611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055" tIns="59055" rIns="59055" bIns="59055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100" kern="1200" dirty="0"/>
            <a:t>Marketing</a:t>
          </a:r>
        </a:p>
      </dsp:txBody>
      <dsp:txXfrm>
        <a:off x="704772" y="957023"/>
        <a:ext cx="2054162" cy="1302672"/>
      </dsp:txXfrm>
    </dsp:sp>
    <dsp:sp modelId="{1A9A4AD8-85A5-4A93-8004-D571409968C1}">
      <dsp:nvSpPr>
        <dsp:cNvPr id="0" name=""/>
        <dsp:cNvSpPr/>
      </dsp:nvSpPr>
      <dsp:spPr>
        <a:xfrm>
          <a:off x="1811604" y="1064208"/>
          <a:ext cx="2739453" cy="2739453"/>
        </a:xfrm>
        <a:prstGeom prst="leftCircularArrow">
          <a:avLst>
            <a:gd name="adj1" fmla="val 3777"/>
            <a:gd name="adj2" fmla="val 471695"/>
            <a:gd name="adj3" fmla="val 2247206"/>
            <a:gd name="adj4" fmla="val 9024489"/>
            <a:gd name="adj5" fmla="val 440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D88EE-D453-4E94-A461-8B2883175372}">
      <dsp:nvSpPr>
        <dsp:cNvPr id="0" name=""/>
        <dsp:cNvSpPr/>
      </dsp:nvSpPr>
      <dsp:spPr>
        <a:xfrm>
          <a:off x="998135" y="2300224"/>
          <a:ext cx="2179175" cy="754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1- CAPTAR O CLIENTE</a:t>
          </a:r>
        </a:p>
      </dsp:txBody>
      <dsp:txXfrm>
        <a:off x="1020241" y="2322330"/>
        <a:ext cx="2134963" cy="710549"/>
      </dsp:txXfrm>
    </dsp:sp>
    <dsp:sp modelId="{DAA495B7-B486-42F6-9B53-74D75D43500E}">
      <dsp:nvSpPr>
        <dsp:cNvPr id="0" name=""/>
        <dsp:cNvSpPr/>
      </dsp:nvSpPr>
      <dsp:spPr>
        <a:xfrm>
          <a:off x="3669960" y="916495"/>
          <a:ext cx="2135218" cy="17611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055" tIns="59055" rIns="59055" bIns="59055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100" kern="1200" dirty="0"/>
            <a:t>Auditoria</a:t>
          </a:r>
        </a:p>
      </dsp:txBody>
      <dsp:txXfrm>
        <a:off x="3710488" y="1334404"/>
        <a:ext cx="2054162" cy="1302672"/>
      </dsp:txXfrm>
    </dsp:sp>
    <dsp:sp modelId="{2C7C1ED0-5D09-4563-BBA5-1BCF6B0C69C4}">
      <dsp:nvSpPr>
        <dsp:cNvPr id="0" name=""/>
        <dsp:cNvSpPr/>
      </dsp:nvSpPr>
      <dsp:spPr>
        <a:xfrm>
          <a:off x="4799527" y="-278613"/>
          <a:ext cx="3012287" cy="3012287"/>
        </a:xfrm>
        <a:prstGeom prst="circularArrow">
          <a:avLst>
            <a:gd name="adj1" fmla="val 3434"/>
            <a:gd name="adj2" fmla="val 425475"/>
            <a:gd name="adj3" fmla="val 19399014"/>
            <a:gd name="adj4" fmla="val 12575511"/>
            <a:gd name="adj5" fmla="val 400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53D26-E7D7-418B-9B2C-05203876FC67}">
      <dsp:nvSpPr>
        <dsp:cNvPr id="0" name=""/>
        <dsp:cNvSpPr/>
      </dsp:nvSpPr>
      <dsp:spPr>
        <a:xfrm>
          <a:off x="4003852" y="539115"/>
          <a:ext cx="2179175" cy="754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2- RECEBER DO CLIENTE</a:t>
          </a:r>
        </a:p>
      </dsp:txBody>
      <dsp:txXfrm>
        <a:off x="4025958" y="561221"/>
        <a:ext cx="2134963" cy="710549"/>
      </dsp:txXfrm>
    </dsp:sp>
    <dsp:sp modelId="{600EC2CA-A364-4BFE-A664-3736D8DE5CC8}">
      <dsp:nvSpPr>
        <dsp:cNvPr id="0" name=""/>
        <dsp:cNvSpPr/>
      </dsp:nvSpPr>
      <dsp:spPr>
        <a:xfrm>
          <a:off x="6675677" y="916495"/>
          <a:ext cx="2135218" cy="17611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055" tIns="59055" rIns="59055" bIns="59055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100" kern="1200" dirty="0"/>
            <a:t>Sucesso do cliente</a:t>
          </a:r>
        </a:p>
      </dsp:txBody>
      <dsp:txXfrm>
        <a:off x="6716205" y="957023"/>
        <a:ext cx="2054162" cy="1302672"/>
      </dsp:txXfrm>
    </dsp:sp>
    <dsp:sp modelId="{A20827B3-38E4-4B8E-AA1D-F5EAA89DFEF4}">
      <dsp:nvSpPr>
        <dsp:cNvPr id="0" name=""/>
        <dsp:cNvSpPr/>
      </dsp:nvSpPr>
      <dsp:spPr>
        <a:xfrm>
          <a:off x="7009568" y="2300224"/>
          <a:ext cx="2179175" cy="754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3- MANTER O CLIENTE</a:t>
          </a:r>
        </a:p>
      </dsp:txBody>
      <dsp:txXfrm>
        <a:off x="7031674" y="2322330"/>
        <a:ext cx="2134963" cy="7105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6FB1A6-DB7C-4286-AB71-FCB0CF10D5CA}">
      <dsp:nvSpPr>
        <dsp:cNvPr id="0" name=""/>
        <dsp:cNvSpPr/>
      </dsp:nvSpPr>
      <dsp:spPr>
        <a:xfrm>
          <a:off x="4933022" y="1668321"/>
          <a:ext cx="3870993" cy="575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3040"/>
              </a:lnTo>
              <a:lnTo>
                <a:pt x="3870993" y="343040"/>
              </a:lnTo>
              <a:lnTo>
                <a:pt x="3870993" y="57542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544A26-9EBF-4713-BB52-50C951BD662D}">
      <dsp:nvSpPr>
        <dsp:cNvPr id="0" name=""/>
        <dsp:cNvSpPr/>
      </dsp:nvSpPr>
      <dsp:spPr>
        <a:xfrm>
          <a:off x="4933022" y="1668321"/>
          <a:ext cx="1290331" cy="575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3040"/>
              </a:lnTo>
              <a:lnTo>
                <a:pt x="1290331" y="343040"/>
              </a:lnTo>
              <a:lnTo>
                <a:pt x="1290331" y="57542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9773ED-14B7-4C83-B476-804C7FAF1C35}">
      <dsp:nvSpPr>
        <dsp:cNvPr id="0" name=""/>
        <dsp:cNvSpPr/>
      </dsp:nvSpPr>
      <dsp:spPr>
        <a:xfrm>
          <a:off x="3642691" y="1668321"/>
          <a:ext cx="1290331" cy="575423"/>
        </a:xfrm>
        <a:custGeom>
          <a:avLst/>
          <a:gdLst/>
          <a:ahLst/>
          <a:cxnLst/>
          <a:rect l="0" t="0" r="0" b="0"/>
          <a:pathLst>
            <a:path>
              <a:moveTo>
                <a:pt x="1290331" y="0"/>
              </a:moveTo>
              <a:lnTo>
                <a:pt x="1290331" y="343040"/>
              </a:lnTo>
              <a:lnTo>
                <a:pt x="0" y="343040"/>
              </a:lnTo>
              <a:lnTo>
                <a:pt x="0" y="57542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C32E61-5221-4F6D-A19A-36D6021797FA}">
      <dsp:nvSpPr>
        <dsp:cNvPr id="0" name=""/>
        <dsp:cNvSpPr/>
      </dsp:nvSpPr>
      <dsp:spPr>
        <a:xfrm>
          <a:off x="1062029" y="1668321"/>
          <a:ext cx="3870993" cy="575423"/>
        </a:xfrm>
        <a:custGeom>
          <a:avLst/>
          <a:gdLst/>
          <a:ahLst/>
          <a:cxnLst/>
          <a:rect l="0" t="0" r="0" b="0"/>
          <a:pathLst>
            <a:path>
              <a:moveTo>
                <a:pt x="3870993" y="0"/>
              </a:moveTo>
              <a:lnTo>
                <a:pt x="3870993" y="343040"/>
              </a:lnTo>
              <a:lnTo>
                <a:pt x="0" y="343040"/>
              </a:lnTo>
              <a:lnTo>
                <a:pt x="0" y="57542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387B34-7EAD-4434-B8DB-D519229B6807}">
      <dsp:nvSpPr>
        <dsp:cNvPr id="0" name=""/>
        <dsp:cNvSpPr/>
      </dsp:nvSpPr>
      <dsp:spPr>
        <a:xfrm>
          <a:off x="3971251" y="672396"/>
          <a:ext cx="1923542" cy="99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40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Supervisora do Departamento</a:t>
          </a:r>
        </a:p>
      </dsp:txBody>
      <dsp:txXfrm>
        <a:off x="3971251" y="672396"/>
        <a:ext cx="1923542" cy="995925"/>
      </dsp:txXfrm>
    </dsp:sp>
    <dsp:sp modelId="{3B9705D8-5FF7-401E-A76F-9BEFB9E12851}">
      <dsp:nvSpPr>
        <dsp:cNvPr id="0" name=""/>
        <dsp:cNvSpPr/>
      </dsp:nvSpPr>
      <dsp:spPr>
        <a:xfrm>
          <a:off x="4355959" y="1447004"/>
          <a:ext cx="1731188" cy="331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Mardjory</a:t>
          </a:r>
        </a:p>
      </dsp:txBody>
      <dsp:txXfrm>
        <a:off x="4355959" y="1447004"/>
        <a:ext cx="1731188" cy="331975"/>
      </dsp:txXfrm>
    </dsp:sp>
    <dsp:sp modelId="{A7891D84-93C6-4462-8DBD-DB7A96AC582B}">
      <dsp:nvSpPr>
        <dsp:cNvPr id="0" name=""/>
        <dsp:cNvSpPr/>
      </dsp:nvSpPr>
      <dsp:spPr>
        <a:xfrm>
          <a:off x="100257" y="2243745"/>
          <a:ext cx="1923542" cy="99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40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Recepcionista CLT</a:t>
          </a:r>
        </a:p>
      </dsp:txBody>
      <dsp:txXfrm>
        <a:off x="100257" y="2243745"/>
        <a:ext cx="1923542" cy="995925"/>
      </dsp:txXfrm>
    </dsp:sp>
    <dsp:sp modelId="{D79DFD6A-5B76-4C4C-8BEB-397C182A5904}">
      <dsp:nvSpPr>
        <dsp:cNvPr id="0" name=""/>
        <dsp:cNvSpPr/>
      </dsp:nvSpPr>
      <dsp:spPr>
        <a:xfrm>
          <a:off x="484966" y="3018353"/>
          <a:ext cx="1731188" cy="331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Marcela</a:t>
          </a:r>
        </a:p>
      </dsp:txBody>
      <dsp:txXfrm>
        <a:off x="484966" y="3018353"/>
        <a:ext cx="1731188" cy="331975"/>
      </dsp:txXfrm>
    </dsp:sp>
    <dsp:sp modelId="{823A3348-216E-4952-A749-4EE34A9C8ADB}">
      <dsp:nvSpPr>
        <dsp:cNvPr id="0" name=""/>
        <dsp:cNvSpPr/>
      </dsp:nvSpPr>
      <dsp:spPr>
        <a:xfrm>
          <a:off x="2680920" y="2243745"/>
          <a:ext cx="1923542" cy="99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40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Recepcionista Estagiário</a:t>
          </a:r>
        </a:p>
      </dsp:txBody>
      <dsp:txXfrm>
        <a:off x="2680920" y="2243745"/>
        <a:ext cx="1923542" cy="995925"/>
      </dsp:txXfrm>
    </dsp:sp>
    <dsp:sp modelId="{23354C62-11CC-46AD-986A-F4C656514FD1}">
      <dsp:nvSpPr>
        <dsp:cNvPr id="0" name=""/>
        <dsp:cNvSpPr/>
      </dsp:nvSpPr>
      <dsp:spPr>
        <a:xfrm>
          <a:off x="3065628" y="3018353"/>
          <a:ext cx="1731188" cy="331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Larissa</a:t>
          </a:r>
        </a:p>
      </dsp:txBody>
      <dsp:txXfrm>
        <a:off x="3065628" y="3018353"/>
        <a:ext cx="1731188" cy="331975"/>
      </dsp:txXfrm>
    </dsp:sp>
    <dsp:sp modelId="{4CC2451F-4CCC-42AE-B087-DFDF38F82A63}">
      <dsp:nvSpPr>
        <dsp:cNvPr id="0" name=""/>
        <dsp:cNvSpPr/>
      </dsp:nvSpPr>
      <dsp:spPr>
        <a:xfrm>
          <a:off x="5261582" y="2243745"/>
          <a:ext cx="1923542" cy="99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40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Recepcionista CLT</a:t>
          </a:r>
        </a:p>
      </dsp:txBody>
      <dsp:txXfrm>
        <a:off x="5261582" y="2243745"/>
        <a:ext cx="1923542" cy="995925"/>
      </dsp:txXfrm>
    </dsp:sp>
    <dsp:sp modelId="{A0438D5D-BCC4-4915-9AB5-5F82845E67AA}">
      <dsp:nvSpPr>
        <dsp:cNvPr id="0" name=""/>
        <dsp:cNvSpPr/>
      </dsp:nvSpPr>
      <dsp:spPr>
        <a:xfrm>
          <a:off x="5646291" y="3018353"/>
          <a:ext cx="1731188" cy="331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Rafael</a:t>
          </a:r>
        </a:p>
      </dsp:txBody>
      <dsp:txXfrm>
        <a:off x="5646291" y="3018353"/>
        <a:ext cx="1731188" cy="331975"/>
      </dsp:txXfrm>
    </dsp:sp>
    <dsp:sp modelId="{F819B6AB-9334-4ED5-881C-8B7575F8A391}">
      <dsp:nvSpPr>
        <dsp:cNvPr id="0" name=""/>
        <dsp:cNvSpPr/>
      </dsp:nvSpPr>
      <dsp:spPr>
        <a:xfrm>
          <a:off x="7842244" y="2243745"/>
          <a:ext cx="1923542" cy="99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40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SAC  Estagiaria</a:t>
          </a:r>
        </a:p>
      </dsp:txBody>
      <dsp:txXfrm>
        <a:off x="7842244" y="2243745"/>
        <a:ext cx="1923542" cy="995925"/>
      </dsp:txXfrm>
    </dsp:sp>
    <dsp:sp modelId="{F5E632C8-467E-4C98-9F41-DA88285C97DC}">
      <dsp:nvSpPr>
        <dsp:cNvPr id="0" name=""/>
        <dsp:cNvSpPr/>
      </dsp:nvSpPr>
      <dsp:spPr>
        <a:xfrm>
          <a:off x="8226953" y="3018353"/>
          <a:ext cx="1731188" cy="331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 err="1"/>
            <a:t>Jaine</a:t>
          </a:r>
          <a:endParaRPr lang="pt-BR" sz="2100" kern="1200" dirty="0"/>
        </a:p>
      </dsp:txBody>
      <dsp:txXfrm>
        <a:off x="8226953" y="3018353"/>
        <a:ext cx="1731188" cy="3319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773AB5-0ACF-441D-93DE-F2AB39324980}">
      <dsp:nvSpPr>
        <dsp:cNvPr id="0" name=""/>
        <dsp:cNvSpPr/>
      </dsp:nvSpPr>
      <dsp:spPr>
        <a:xfrm>
          <a:off x="938775" y="924667"/>
          <a:ext cx="926133" cy="9261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FC69D-6373-4250-8407-1206F27C9DC7}">
      <dsp:nvSpPr>
        <dsp:cNvPr id="0" name=""/>
        <dsp:cNvSpPr/>
      </dsp:nvSpPr>
      <dsp:spPr>
        <a:xfrm>
          <a:off x="372805" y="2141412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/>
            <a:t>Metodologia:</a:t>
          </a:r>
          <a:endParaRPr lang="en-US" sz="1700" kern="1200"/>
        </a:p>
      </dsp:txBody>
      <dsp:txXfrm>
        <a:off x="372805" y="2141412"/>
        <a:ext cx="2058075" cy="720000"/>
      </dsp:txXfrm>
    </dsp:sp>
    <dsp:sp modelId="{E329907E-CFA6-4E07-87F3-3E6B262F9118}">
      <dsp:nvSpPr>
        <dsp:cNvPr id="0" name=""/>
        <dsp:cNvSpPr/>
      </dsp:nvSpPr>
      <dsp:spPr>
        <a:xfrm>
          <a:off x="3357014" y="924667"/>
          <a:ext cx="926133" cy="9261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4B0EB-4494-441F-8C0F-34DB608D9473}">
      <dsp:nvSpPr>
        <dsp:cNvPr id="0" name=""/>
        <dsp:cNvSpPr/>
      </dsp:nvSpPr>
      <dsp:spPr>
        <a:xfrm>
          <a:off x="2791043" y="2141412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/>
            <a:t>1- Pesquisa de satisfação na recepção</a:t>
          </a:r>
          <a:endParaRPr lang="en-US" sz="1700" kern="1200"/>
        </a:p>
      </dsp:txBody>
      <dsp:txXfrm>
        <a:off x="2791043" y="2141412"/>
        <a:ext cx="2058075" cy="720000"/>
      </dsp:txXfrm>
    </dsp:sp>
    <dsp:sp modelId="{89EC305C-30C7-4070-BC2B-EBD1A7990AFD}">
      <dsp:nvSpPr>
        <dsp:cNvPr id="0" name=""/>
        <dsp:cNvSpPr/>
      </dsp:nvSpPr>
      <dsp:spPr>
        <a:xfrm>
          <a:off x="5775252" y="924667"/>
          <a:ext cx="926133" cy="9261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000" b="-5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5F768-4DA8-47B6-A1D2-6D7B444D21A6}">
      <dsp:nvSpPr>
        <dsp:cNvPr id="0" name=""/>
        <dsp:cNvSpPr/>
      </dsp:nvSpPr>
      <dsp:spPr>
        <a:xfrm>
          <a:off x="5209281" y="2141412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/>
            <a:t>2- Pesquisa de satisfação telefônica</a:t>
          </a:r>
          <a:endParaRPr lang="en-US" sz="1700" kern="1200"/>
        </a:p>
      </dsp:txBody>
      <dsp:txXfrm>
        <a:off x="5209281" y="2141412"/>
        <a:ext cx="2058075" cy="720000"/>
      </dsp:txXfrm>
    </dsp:sp>
    <dsp:sp modelId="{C4A07906-735F-4510-B4D0-0826364851AA}">
      <dsp:nvSpPr>
        <dsp:cNvPr id="0" name=""/>
        <dsp:cNvSpPr/>
      </dsp:nvSpPr>
      <dsp:spPr>
        <a:xfrm>
          <a:off x="8193490" y="924667"/>
          <a:ext cx="926133" cy="9261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ACEC5-0856-4B4B-A107-898E0DC7FE6A}">
      <dsp:nvSpPr>
        <dsp:cNvPr id="0" name=""/>
        <dsp:cNvSpPr/>
      </dsp:nvSpPr>
      <dsp:spPr>
        <a:xfrm>
          <a:off x="7627519" y="2141412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3- Sala de Relacionamento</a:t>
          </a:r>
        </a:p>
      </dsp:txBody>
      <dsp:txXfrm>
        <a:off x="7627519" y="2141412"/>
        <a:ext cx="2058075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A0CB4-CE82-4C7B-8A8A-4B7B167E5823}">
      <dsp:nvSpPr>
        <dsp:cNvPr id="0" name=""/>
        <dsp:cNvSpPr/>
      </dsp:nvSpPr>
      <dsp:spPr>
        <a:xfrm>
          <a:off x="4329970" y="0"/>
          <a:ext cx="1936245" cy="193653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7916D-3B80-4949-B899-7B87B9073B67}">
      <dsp:nvSpPr>
        <dsp:cNvPr id="0" name=""/>
        <dsp:cNvSpPr/>
      </dsp:nvSpPr>
      <dsp:spPr>
        <a:xfrm>
          <a:off x="4757943" y="699149"/>
          <a:ext cx="1075934" cy="537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Atendidos: 83</a:t>
          </a:r>
        </a:p>
      </dsp:txBody>
      <dsp:txXfrm>
        <a:off x="4757943" y="699149"/>
        <a:ext cx="1075934" cy="537838"/>
      </dsp:txXfrm>
    </dsp:sp>
    <dsp:sp modelId="{227CB414-BAB1-48C6-85F8-A4292F3A14C0}">
      <dsp:nvSpPr>
        <dsp:cNvPr id="0" name=""/>
        <dsp:cNvSpPr/>
      </dsp:nvSpPr>
      <dsp:spPr>
        <a:xfrm>
          <a:off x="3792184" y="1112685"/>
          <a:ext cx="1936245" cy="193653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CFAC3-AB9F-422A-BB6C-2D4E4A791089}">
      <dsp:nvSpPr>
        <dsp:cNvPr id="0" name=""/>
        <dsp:cNvSpPr/>
      </dsp:nvSpPr>
      <dsp:spPr>
        <a:xfrm>
          <a:off x="4137325" y="1818271"/>
          <a:ext cx="1776162" cy="537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Cancelados: 54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 err="1"/>
            <a:t>Churn</a:t>
          </a:r>
          <a:r>
            <a:rPr lang="pt-BR" sz="1000" kern="1200" dirty="0"/>
            <a:t> Rate: 65% </a:t>
          </a:r>
        </a:p>
      </dsp:txBody>
      <dsp:txXfrm>
        <a:off x="4137325" y="1818271"/>
        <a:ext cx="1776162" cy="537838"/>
      </dsp:txXfrm>
    </dsp:sp>
    <dsp:sp modelId="{7AC9ED6A-CDB5-42F6-9ECD-7C14C98E366D}">
      <dsp:nvSpPr>
        <dsp:cNvPr id="0" name=""/>
        <dsp:cNvSpPr/>
      </dsp:nvSpPr>
      <dsp:spPr>
        <a:xfrm>
          <a:off x="4467779" y="2358523"/>
          <a:ext cx="1663534" cy="1664201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71BD8-A0A9-4B44-81F8-B1AB8879DF0E}">
      <dsp:nvSpPr>
        <dsp:cNvPr id="0" name=""/>
        <dsp:cNvSpPr/>
      </dsp:nvSpPr>
      <dsp:spPr>
        <a:xfrm>
          <a:off x="4760489" y="2939002"/>
          <a:ext cx="1075934" cy="537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Revertidos: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Taxa de revertimento: 35% </a:t>
          </a:r>
        </a:p>
      </dsp:txBody>
      <dsp:txXfrm>
        <a:off x="4760489" y="2939002"/>
        <a:ext cx="1075934" cy="5378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0.75898</cdr:x>
      <cdr:y>0.59135</cdr:y>
    </cdr:from>
    <cdr:to>
      <cdr:x>1</cdr:x>
      <cdr:y>0.72223</cdr:y>
    </cdr:to>
    <cdr:sp macro="" textlink="">
      <cdr:nvSpPr>
        <cdr:cNvPr id="2" name="CaixaDeTexto 1">
          <a:extLst xmlns:a="http://schemas.openxmlformats.org/drawingml/2006/main">
            <a:ext uri="{FF2B5EF4-FFF2-40B4-BE49-F238E27FC236}">
              <a16:creationId xmlns:a16="http://schemas.microsoft.com/office/drawing/2014/main" id="{DD3FA12D-B0BB-4B66-8142-112453A86C0A}"/>
            </a:ext>
          </a:extLst>
        </cdr:cNvPr>
        <cdr:cNvSpPr txBox="1"/>
      </cdr:nvSpPr>
      <cdr:spPr>
        <a:xfrm xmlns:a="http://schemas.openxmlformats.org/drawingml/2006/main">
          <a:off x="7634124" y="2574693"/>
          <a:ext cx="2424276" cy="56984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pt-BR" dirty="0"/>
            <a:t>Jan/2019</a:t>
          </a:r>
          <a:endParaRPr lang="pt-BR" sz="11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3F6C-140E-4766-821B-545C59B537C3}" type="datetimeFigureOut">
              <a:rPr lang="pt-BR" smtClean="0"/>
              <a:pPr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A70D-5178-4EF3-BBC7-95F8A5498964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55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3F6C-140E-4766-821B-545C59B537C3}" type="datetimeFigureOut">
              <a:rPr lang="pt-BR" smtClean="0"/>
              <a:pPr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A70D-5178-4EF3-BBC7-95F8A54989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197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3F6C-140E-4766-821B-545C59B537C3}" type="datetimeFigureOut">
              <a:rPr lang="pt-BR" smtClean="0"/>
              <a:pPr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A70D-5178-4EF3-BBC7-95F8A5498964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8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3F6C-140E-4766-821B-545C59B537C3}" type="datetimeFigureOut">
              <a:rPr lang="pt-BR" smtClean="0"/>
              <a:pPr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A70D-5178-4EF3-BBC7-95F8A54989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48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3F6C-140E-4766-821B-545C59B537C3}" type="datetimeFigureOut">
              <a:rPr lang="pt-BR" smtClean="0"/>
              <a:pPr/>
              <a:t>12/05/2026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A70D-5178-4EF3-BBC7-95F8A54989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06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3F6C-140E-4766-821B-545C59B537C3}" type="datetimeFigureOut">
              <a:rPr lang="pt-BR" smtClean="0"/>
              <a:pPr/>
              <a:t>12/05/2026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A70D-5178-4EF3-BBC7-95F8A54989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514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3F6C-140E-4766-821B-545C59B537C3}" type="datetimeFigureOut">
              <a:rPr lang="pt-BR" smtClean="0"/>
              <a:pPr/>
              <a:t>12/05/2026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A70D-5178-4EF3-BBC7-95F8A54989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900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B483F6C-140E-4766-821B-545C59B537C3}" type="datetimeFigureOut">
              <a:rPr lang="pt-BR" smtClean="0"/>
              <a:pPr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4CA70D-5178-4EF3-BBC7-95F8A54989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359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3F6C-140E-4766-821B-545C59B537C3}" type="datetimeFigureOut">
              <a:rPr lang="pt-BR" smtClean="0"/>
              <a:pPr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A70D-5178-4EF3-BBC7-95F8A54989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60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3F6C-140E-4766-821B-545C59B537C3}" type="datetimeFigureOut">
              <a:rPr lang="pt-BR" smtClean="0"/>
              <a:pPr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A70D-5178-4EF3-BBC7-95F8A54989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32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83F6C-140E-4766-821B-545C59B537C3}" type="datetimeFigureOut">
              <a:rPr lang="pt-BR" smtClean="0"/>
              <a:pPr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A70D-5178-4EF3-BBC7-95F8A54989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59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B483F6C-140E-4766-821B-545C59B537C3}" type="datetimeFigureOut">
              <a:rPr lang="pt-BR" smtClean="0"/>
              <a:pPr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C4CA70D-5178-4EF3-BBC7-95F8A5498964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493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CF4E4-7E74-469E-B1FB-FFB2031FB6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DEPARTAMENTO SUCESSO DO CLIENTE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667808-23AF-4A87-851C-F018B44ED9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1800" dirty="0"/>
              <a:t>Cartão de todos cidade </a:t>
            </a:r>
            <a:r>
              <a:rPr lang="pt-BR" sz="1800" dirty="0" err="1"/>
              <a:t>ademar</a:t>
            </a:r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</p:txBody>
      </p:sp>
      <p:pic>
        <p:nvPicPr>
          <p:cNvPr id="4" name="Imagem 3" descr="Uma imagem contendo pessoa, posando, vestuário, em pé&#10;&#10;Descrição gerada automaticamente">
            <a:extLst>
              <a:ext uri="{FF2B5EF4-FFF2-40B4-BE49-F238E27FC236}">
                <a16:creationId xmlns:a16="http://schemas.microsoft.com/office/drawing/2014/main" id="{2C72FB5D-526C-4D59-98C1-C238AE49748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143" y="758952"/>
            <a:ext cx="2600179" cy="191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50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92EE9-F7CE-4AAA-B159-0122E0497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CONHECENDO O DEPARTAMENTO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562337-6047-4E2C-A5E7-5FCDB7EC3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Entendemos que o nosso modelo de negócio estrutura-se em três pilares: captar o cliente, receber do cliente e manter o cliente. O departamento de Sucesso do Cliente é responsável pelo terceiro pilar, qual seja: MANTER O CLIENTE.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5" name="Espaço Reservado para Conteúdo 5">
            <a:extLst>
              <a:ext uri="{FF2B5EF4-FFF2-40B4-BE49-F238E27FC236}">
                <a16:creationId xmlns:a16="http://schemas.microsoft.com/office/drawing/2014/main" id="{FFE5EA35-9445-490D-991B-442B83CF51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6861039"/>
              </p:ext>
            </p:extLst>
          </p:nvPr>
        </p:nvGraphicFramePr>
        <p:xfrm>
          <a:off x="808383" y="2789581"/>
          <a:ext cx="9852989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906553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94F37-4EB1-44B8-A682-9DCE20A61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CONHECENDO O DEPARTAMENTO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711539-A366-4BCF-B20D-9405354E9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pt-BR" dirty="0"/>
              <a:t>Assim, o Departamento é responsável por todas as ações destinadas a manter um relacionamento duradouro e satisfatório com </a:t>
            </a:r>
            <a:r>
              <a:rPr lang="pt-BR" b="1" dirty="0"/>
              <a:t>o cliente Cartão de TODOS Cidade Ademar </a:t>
            </a:r>
            <a:r>
              <a:rPr lang="pt-BR" dirty="0"/>
              <a:t>oferecendo um atendimento de alta qualidade, focado em garantir o sucesso do cliente na experiência de uso dos serviços de desconto do Cartão de TODOS, visando a fidelização e a lealdade do cliente.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149448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1C60B-7670-4F2D-8A1C-73D63B693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ORGANOGRAMA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5C156E3F-C054-4F0A-B257-A526EEB502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3246005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1974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FE635C-C432-47DA-AEAB-A593345CB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BF3D3-2448-4FF3-B57B-852CB3B85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40C66D-4F1C-4AC9-9214-C9E6DA54A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88952" cy="4970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C7B2C5-0FC8-4599-A8AC-B9A41FF0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MENSURANDO O SUCESSO DO CLIENTE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9A78-B758-410B-BFF5-44985BA82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698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77C02F6-0F42-4BEA-AE9D-F5EE0BB0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pt-BR"/>
              <a:t>COMO MENSURAR O SUCESSO DO CLIENTE?</a:t>
            </a:r>
          </a:p>
        </p:txBody>
      </p:sp>
      <p:graphicFrame>
        <p:nvGraphicFramePr>
          <p:cNvPr id="16" name="Espaço Reservado para Conteúdo 4">
            <a:extLst>
              <a:ext uri="{FF2B5EF4-FFF2-40B4-BE49-F238E27FC236}">
                <a16:creationId xmlns:a16="http://schemas.microsoft.com/office/drawing/2014/main" id="{451D94D0-B7EA-4030-8917-2BA7DEABBE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751541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793813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D16F4-1BBF-45F9-B37E-9C481BBD6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PESQUISAR?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AC5490-7635-44BF-996A-8D3D1B828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1- Como conheceu o Cartão de TODOS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2118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87879-BE69-47FF-AA6B-9A5269117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04"/>
            <a:ext cx="10515600" cy="1679851"/>
          </a:xfrm>
        </p:spPr>
        <p:txBody>
          <a:bodyPr>
            <a:noAutofit/>
          </a:bodyPr>
          <a:lstStyle/>
          <a:p>
            <a:pPr algn="ctr"/>
            <a:r>
              <a:rPr lang="pt-BR" sz="3200" dirty="0"/>
              <a:t>Seja bem vindo ao Cartão de TODOS Cidade Ademar, </a:t>
            </a:r>
            <a:br>
              <a:rPr lang="pt-BR" sz="3200" dirty="0"/>
            </a:br>
            <a:r>
              <a:rPr lang="pt-BR" sz="3200" dirty="0"/>
              <a:t>o que posso fazer pelo Sr (a) hoje?</a:t>
            </a:r>
            <a:br>
              <a:rPr lang="pt-BR" sz="3200" dirty="0"/>
            </a:br>
            <a:r>
              <a:rPr lang="pt-BR" sz="3200" dirty="0"/>
              <a:t>Como conheceu o Cartão de TODOS ?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60B0788-B48C-4D87-8397-EAD189456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5740317"/>
              </p:ext>
            </p:extLst>
          </p:nvPr>
        </p:nvGraphicFramePr>
        <p:xfrm>
          <a:off x="441858" y="1706355"/>
          <a:ext cx="10911942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177C3C3B-3DD8-4560-8068-C609A115646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978" y="3577259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62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45803-78AB-4927-9B60-A265C9F44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Quais serviços veio fazer em nossa unidade?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14368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9390435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01300A5-6882-4859-9EBD-7E6FA7CF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NPS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3E6C92-2983-42F8-B584-83503DD09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67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achou do nosso atendimento telefônico? </a:t>
            </a:r>
          </a:p>
        </p:txBody>
      </p:sp>
      <p:sp>
        <p:nvSpPr>
          <p:cNvPr id="4" name="Elipse 3"/>
          <p:cNvSpPr/>
          <p:nvPr/>
        </p:nvSpPr>
        <p:spPr>
          <a:xfrm>
            <a:off x="1336431" y="2039814"/>
            <a:ext cx="996461" cy="9612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310555" y="2039815"/>
            <a:ext cx="996461" cy="961293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9741878" y="2039816"/>
            <a:ext cx="996461" cy="96129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1570891" y="3352800"/>
            <a:ext cx="7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580185" y="3305908"/>
            <a:ext cx="55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0105293" y="3282462"/>
            <a:ext cx="55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9" name="Retângulo 8"/>
          <p:cNvSpPr/>
          <p:nvPr/>
        </p:nvSpPr>
        <p:spPr>
          <a:xfrm>
            <a:off x="2825261" y="515955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B050"/>
                </a:solidFill>
                <a:latin typeface="Lato"/>
              </a:rPr>
              <a:t> Promotores: nota 9 ou 10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FF00"/>
                </a:solidFill>
                <a:latin typeface="Lato"/>
              </a:rPr>
              <a:t> Neutros: nota 7 ou 8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0000"/>
                </a:solidFill>
                <a:latin typeface="Lato"/>
              </a:rPr>
              <a:t> Detratores: notas de 0 a  6</a:t>
            </a:r>
          </a:p>
        </p:txBody>
      </p:sp>
      <p:cxnSp>
        <p:nvCxnSpPr>
          <p:cNvPr id="12" name="Conector angulado 11"/>
          <p:cNvCxnSpPr/>
          <p:nvPr/>
        </p:nvCxnSpPr>
        <p:spPr>
          <a:xfrm rot="16200000" flipH="1">
            <a:off x="9665677" y="3792415"/>
            <a:ext cx="668215" cy="56270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9343293" y="4501662"/>
            <a:ext cx="233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Informação carteirinha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DFB4D9-3052-4E41-AC84-5FE12D743AC3}"/>
              </a:ext>
            </a:extLst>
          </p:cNvPr>
          <p:cNvSpPr txBox="1"/>
          <p:nvPr/>
        </p:nvSpPr>
        <p:spPr>
          <a:xfrm>
            <a:off x="8921261" y="5340626"/>
            <a:ext cx="213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NPS: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achou do atendimento recepção ?</a:t>
            </a:r>
          </a:p>
        </p:txBody>
      </p:sp>
      <p:sp>
        <p:nvSpPr>
          <p:cNvPr id="4" name="Elipse 3"/>
          <p:cNvSpPr/>
          <p:nvPr/>
        </p:nvSpPr>
        <p:spPr>
          <a:xfrm>
            <a:off x="1336431" y="2039814"/>
            <a:ext cx="996461" cy="9612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310555" y="2039815"/>
            <a:ext cx="996461" cy="961293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9741878" y="2039816"/>
            <a:ext cx="996461" cy="96129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1535722" y="3282462"/>
            <a:ext cx="574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26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568462" y="3259015"/>
            <a:ext cx="504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046677" y="3270738"/>
            <a:ext cx="386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10" name="Retângulo 9"/>
          <p:cNvSpPr/>
          <p:nvPr/>
        </p:nvSpPr>
        <p:spPr>
          <a:xfrm>
            <a:off x="2836985" y="537056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B050"/>
                </a:solidFill>
                <a:latin typeface="Lato"/>
              </a:rPr>
              <a:t> Promotores: nota 9 ou 10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FF00"/>
                </a:solidFill>
                <a:latin typeface="Lato"/>
              </a:rPr>
              <a:t> Neutros: nota 7 ou 8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0000"/>
                </a:solidFill>
                <a:latin typeface="Lato"/>
              </a:rPr>
              <a:t> Detratores: notas de 0 a 6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59D7505-6975-4F1F-8BC5-76F04523BEFA}"/>
              </a:ext>
            </a:extLst>
          </p:cNvPr>
          <p:cNvSpPr txBox="1"/>
          <p:nvPr/>
        </p:nvSpPr>
        <p:spPr>
          <a:xfrm>
            <a:off x="8921261" y="5340626"/>
            <a:ext cx="213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NPS: 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achou do nosso consultor de venda?</a:t>
            </a:r>
          </a:p>
        </p:txBody>
      </p:sp>
      <p:sp>
        <p:nvSpPr>
          <p:cNvPr id="4" name="Elipse 3"/>
          <p:cNvSpPr/>
          <p:nvPr/>
        </p:nvSpPr>
        <p:spPr>
          <a:xfrm>
            <a:off x="1336431" y="2039814"/>
            <a:ext cx="996461" cy="9612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310555" y="2039815"/>
            <a:ext cx="996461" cy="961293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9741878" y="2039816"/>
            <a:ext cx="996461" cy="96129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1617785" y="3411415"/>
            <a:ext cx="515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19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662246" y="3423138"/>
            <a:ext cx="726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0081846" y="3376246"/>
            <a:ext cx="3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9" name="Retângulo 8"/>
          <p:cNvSpPr/>
          <p:nvPr/>
        </p:nvSpPr>
        <p:spPr>
          <a:xfrm>
            <a:off x="2872154" y="538228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B050"/>
                </a:solidFill>
                <a:latin typeface="Lato"/>
              </a:rPr>
              <a:t> Promotores: nota 9 ou 10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FF00"/>
                </a:solidFill>
                <a:latin typeface="Lato"/>
              </a:rPr>
              <a:t> Neutros: nota 7 ou 8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0000"/>
                </a:solidFill>
                <a:latin typeface="Lato"/>
              </a:rPr>
              <a:t> Detratores: notas de 0 a 6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1F2E51-3D8F-4E3E-ACF7-CCCD7F9B0075}"/>
              </a:ext>
            </a:extLst>
          </p:cNvPr>
          <p:cNvSpPr txBox="1"/>
          <p:nvPr/>
        </p:nvSpPr>
        <p:spPr>
          <a:xfrm>
            <a:off x="8690368" y="4935975"/>
            <a:ext cx="213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NPS: 46%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parceiros</a:t>
            </a:r>
          </a:p>
        </p:txBody>
      </p:sp>
      <p:sp>
        <p:nvSpPr>
          <p:cNvPr id="4" name="Elipse 3"/>
          <p:cNvSpPr/>
          <p:nvPr/>
        </p:nvSpPr>
        <p:spPr>
          <a:xfrm>
            <a:off x="1336431" y="2039814"/>
            <a:ext cx="996461" cy="9612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310555" y="2039815"/>
            <a:ext cx="996461" cy="961293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9741878" y="2039816"/>
            <a:ext cx="996461" cy="96129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1582615" y="3329354"/>
            <a:ext cx="785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35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5580185" y="3399692"/>
            <a:ext cx="785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20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0093569" y="3317631"/>
            <a:ext cx="3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cxnSp>
        <p:nvCxnSpPr>
          <p:cNvPr id="12" name="Conector angulado 11"/>
          <p:cNvCxnSpPr/>
          <p:nvPr/>
        </p:nvCxnSpPr>
        <p:spPr>
          <a:xfrm rot="16200000" flipH="1">
            <a:off x="9958754" y="3804138"/>
            <a:ext cx="375139" cy="1992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9624646" y="4255477"/>
            <a:ext cx="1230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Oftalmo Diadema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2872154" y="538228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B050"/>
                </a:solidFill>
                <a:latin typeface="Lato"/>
              </a:rPr>
              <a:t> Promotores: nota 9 ou 10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FF00"/>
                </a:solidFill>
                <a:latin typeface="Lato"/>
              </a:rPr>
              <a:t> Neutros: nota 7 ou 8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0000"/>
                </a:solidFill>
                <a:latin typeface="Lato"/>
              </a:rPr>
              <a:t> Detratores: notas de 0 a 6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B2AB21B-6355-4E6A-8473-24662A2A1713}"/>
              </a:ext>
            </a:extLst>
          </p:cNvPr>
          <p:cNvSpPr txBox="1"/>
          <p:nvPr/>
        </p:nvSpPr>
        <p:spPr>
          <a:xfrm>
            <a:off x="8724517" y="5345722"/>
            <a:ext cx="213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NPS: 61%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2DBD75D-1BD3-4845-AA56-C53B8C03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DESFILIAÇÕES</a:t>
            </a:r>
          </a:p>
        </p:txBody>
      </p:sp>
    </p:spTree>
    <p:extLst>
      <p:ext uri="{BB962C8B-B14F-4D97-AF65-F5344CB8AC3E}">
        <p14:creationId xmlns:p14="http://schemas.microsoft.com/office/powerpoint/2010/main" val="2282475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3D61D-E3AE-404C-B2C9-76BCBA34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Desfiliação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20784006-658D-48C2-8FBE-5643E3B734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885838"/>
              </p:ext>
            </p:extLst>
          </p:nvPr>
        </p:nvGraphicFramePr>
        <p:xfrm>
          <a:off x="1097280" y="2666999"/>
          <a:ext cx="2895835" cy="976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8692">
                  <a:extLst>
                    <a:ext uri="{9D8B030D-6E8A-4147-A177-3AD203B41FA5}">
                      <a16:colId xmlns:a16="http://schemas.microsoft.com/office/drawing/2014/main" val="2324754617"/>
                    </a:ext>
                  </a:extLst>
                </a:gridCol>
                <a:gridCol w="1767143">
                  <a:extLst>
                    <a:ext uri="{9D8B030D-6E8A-4147-A177-3AD203B41FA5}">
                      <a16:colId xmlns:a16="http://schemas.microsoft.com/office/drawing/2014/main" val="498914866"/>
                    </a:ext>
                  </a:extLst>
                </a:gridCol>
              </a:tblGrid>
              <a:tr h="244186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NOV/2016 A JAN/2019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1969095"/>
                  </a:ext>
                </a:extLst>
              </a:tr>
              <a:tr h="24418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FILIAÇÕES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12.000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8906446"/>
                  </a:ext>
                </a:extLst>
              </a:tr>
              <a:tr h="24418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DESFILIAÇÕES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1.176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7857949"/>
                  </a:ext>
                </a:extLst>
              </a:tr>
              <a:tr h="24418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10%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3533480"/>
                  </a:ext>
                </a:extLst>
              </a:tr>
            </a:tbl>
          </a:graphicData>
        </a:graphic>
      </p:graphicFrame>
      <p:graphicFrame>
        <p:nvGraphicFramePr>
          <p:cNvPr id="7" name="Espaço Reservado para Conteúdo 5">
            <a:extLst>
              <a:ext uri="{FF2B5EF4-FFF2-40B4-BE49-F238E27FC236}">
                <a16:creationId xmlns:a16="http://schemas.microsoft.com/office/drawing/2014/main" id="{0C7D89C7-6AD6-401B-B903-2BF71A7892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3646322"/>
              </p:ext>
            </p:extLst>
          </p:nvPr>
        </p:nvGraphicFramePr>
        <p:xfrm>
          <a:off x="3539534" y="1369920"/>
          <a:ext cx="7776059" cy="5049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14950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4A1CE-7E59-495D-A356-798EA04A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DESFILIAÇÃO SUCESSO DO CLIENTE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CE08A518-3FC4-4BC8-B65A-F75C4981BE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6319179"/>
              </p:ext>
            </p:extLst>
          </p:nvPr>
        </p:nvGraphicFramePr>
        <p:xfrm>
          <a:off x="582660" y="1737360"/>
          <a:ext cx="11026680" cy="4954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39437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26E85-DB03-44AD-8B1B-C090E405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Desfiliações Jan/2019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9D923934-9D0C-4FCF-8CAD-44CFA4EF3A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825721"/>
              </p:ext>
            </p:extLst>
          </p:nvPr>
        </p:nvGraphicFramePr>
        <p:xfrm>
          <a:off x="554182" y="1593273"/>
          <a:ext cx="11111345" cy="4696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83319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07B08-3B89-419E-8F1B-78ADF925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DESFILIAÇÕES SUCESSO DO CLIENTE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E459126A-07B5-4A16-8725-3915A53A1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5085735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2328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Revertimentos</a:t>
            </a:r>
            <a:br>
              <a:rPr lang="pt-BR" dirty="0"/>
            </a:br>
            <a:r>
              <a:rPr lang="pt-BR" sz="1800" dirty="0"/>
              <a:t>Motivos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204535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Desfiliações Jan 2019</a:t>
            </a:r>
            <a:br>
              <a:rPr lang="pt-BR" dirty="0"/>
            </a:br>
            <a:r>
              <a:rPr lang="pt-BR" sz="2000" dirty="0"/>
              <a:t>Motivos</a:t>
            </a:r>
            <a:endParaRPr lang="pt-BR" dirty="0"/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D50923EB-9DB3-4785-9900-4DFD40DF31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538336"/>
              </p:ext>
            </p:extLst>
          </p:nvPr>
        </p:nvGraphicFramePr>
        <p:xfrm>
          <a:off x="1430217" y="1840524"/>
          <a:ext cx="9108831" cy="4794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eta para cima 10"/>
          <p:cNvSpPr/>
          <p:nvPr/>
        </p:nvSpPr>
        <p:spPr>
          <a:xfrm>
            <a:off x="3681047" y="5533292"/>
            <a:ext cx="257908" cy="550984"/>
          </a:xfrm>
          <a:prstGeom prst="upArrow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Reclamações</a:t>
            </a:r>
            <a:br>
              <a:rPr lang="pt-BR" dirty="0"/>
            </a:br>
            <a:r>
              <a:rPr lang="pt-BR" sz="2000" dirty="0"/>
              <a:t>Clinica parceira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663730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Retirada de Carteirinha	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1066795" y="2262553"/>
          <a:ext cx="9519144" cy="1803126"/>
        </p:xfrm>
        <a:graphic>
          <a:graphicData uri="http://schemas.openxmlformats.org/drawingml/2006/table">
            <a:tbl>
              <a:tblPr/>
              <a:tblGrid>
                <a:gridCol w="595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9552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45013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SUCESSO DO CLIENTE </a:t>
                      </a: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948" marR="7948" marT="7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269"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MÊS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FEV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MAI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JUN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JUL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AGO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SET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OUT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NOV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DEZ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7948" marR="7948" marT="794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Novas Filiações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5.415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802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706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671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747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808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530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561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590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948" marR="7948" marT="794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Carteirinhas Titular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4.191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542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434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617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602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657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405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435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499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811"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948" marR="7948" marT="794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92%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78%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#DIV/0!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#DIV/0!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#DIV/0!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#DIV/0!</a:t>
                      </a:r>
                    </a:p>
                  </a:txBody>
                  <a:tcPr marL="7948" marR="7948" marT="79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Personalizada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iv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533</Words>
  <Application>Microsoft Office PowerPoint</Application>
  <PresentationFormat>Widescreen</PresentationFormat>
  <Paragraphs>153</Paragraphs>
  <Slides>23</Slides>
  <Notes>0</Notes>
  <HiddenSlides>3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Lato</vt:lpstr>
      <vt:lpstr>Retrospectiva</vt:lpstr>
      <vt:lpstr>DEPARTAMENTO SUCESSO DO CLIENTE</vt:lpstr>
      <vt:lpstr>CONHECENDO O DEPARTAMENTO</vt:lpstr>
      <vt:lpstr>CONHECENDO O DEPARTAMENTO</vt:lpstr>
      <vt:lpstr>ORGANOGRAMA</vt:lpstr>
      <vt:lpstr>MENSURANDO O SUCESSO DO CLIENTE</vt:lpstr>
      <vt:lpstr>COMO MENSURAR O SUCESSO DO CLIENTE?</vt:lpstr>
      <vt:lpstr>O QUE PESQUISAR?</vt:lpstr>
      <vt:lpstr>Seja bem vindo ao Cartão de TODOS Cidade Ademar,  o que posso fazer pelo Sr (a) hoje? Como conheceu o Cartão de TODOS ?</vt:lpstr>
      <vt:lpstr>Quais serviços veio fazer em nossa unidade?</vt:lpstr>
      <vt:lpstr>NPS</vt:lpstr>
      <vt:lpstr>O que achou do nosso atendimento telefônico? </vt:lpstr>
      <vt:lpstr>O que achou do atendimento recepção ?</vt:lpstr>
      <vt:lpstr>O que achou do nosso consultor de venda?</vt:lpstr>
      <vt:lpstr>Avaliação parceiros</vt:lpstr>
      <vt:lpstr>DESFILIAÇÕES</vt:lpstr>
      <vt:lpstr>Desfiliação</vt:lpstr>
      <vt:lpstr>DESFILIAÇÃO SUCESSO DO CLIENTE</vt:lpstr>
      <vt:lpstr>Desfiliações Jan/2019</vt:lpstr>
      <vt:lpstr>DESFILIAÇÕES SUCESSO DO CLIENTE</vt:lpstr>
      <vt:lpstr>Revertimentos Motivos</vt:lpstr>
      <vt:lpstr>Desfiliações Jan 2019 Motivos</vt:lpstr>
      <vt:lpstr>Reclamações Clinica parceira</vt:lpstr>
      <vt:lpstr>Retirada de Carteirinha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DEPARTAMENTO SUCESSO DO CLIENTE</dc:title>
  <dc:creator>DELL</dc:creator>
  <cp:lastModifiedBy>MAYKO RODRIGUES</cp:lastModifiedBy>
  <cp:revision>4</cp:revision>
  <dcterms:created xsi:type="dcterms:W3CDTF">2019-02-13T19:01:31Z</dcterms:created>
  <dcterms:modified xsi:type="dcterms:W3CDTF">2026-05-12T12:30:16Z</dcterms:modified>
</cp:coreProperties>
</file>